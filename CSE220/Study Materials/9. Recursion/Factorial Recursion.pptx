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52" r:id="rId3"/>
    <p:sldMasterId id="2147483753" r:id="rId4"/>
    <p:sldMasterId id="2147483754" r:id="rId5"/>
    <p:sldMasterId id="214748375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y="5143500" cx="9144000"/>
  <p:notesSz cx="6858000" cy="9144000"/>
  <p:embeddedFontLst>
    <p:embeddedFont>
      <p:font typeface="Open Sans SemiBold"/>
      <p:regular r:id="rId15"/>
      <p:bold r:id="rId16"/>
      <p:italic r:id="rId17"/>
      <p:boldItalic r:id="rId18"/>
    </p:embeddedFont>
    <p:embeddedFont>
      <p:font typeface="Josefin Sans"/>
      <p:regular r:id="rId19"/>
      <p:bold r:id="rId20"/>
      <p:italic r:id="rId21"/>
      <p:boldItalic r:id="rId22"/>
    </p:embeddedFont>
    <p:embeddedFont>
      <p:font typeface="Open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osefinSans-bold.fntdata"/><Relationship Id="rId22" Type="http://schemas.openxmlformats.org/officeDocument/2006/relationships/font" Target="fonts/JosefinSans-boldItalic.fntdata"/><Relationship Id="rId21" Type="http://schemas.openxmlformats.org/officeDocument/2006/relationships/font" Target="fonts/JosefinSans-italic.fntdata"/><Relationship Id="rId24" Type="http://schemas.openxmlformats.org/officeDocument/2006/relationships/font" Target="fonts/OpenSans-bold.fntdata"/><Relationship Id="rId23" Type="http://schemas.openxmlformats.org/officeDocument/2006/relationships/font" Target="fonts/OpenSans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26" Type="http://schemas.openxmlformats.org/officeDocument/2006/relationships/font" Target="fonts/OpenSans-boldItalic.fntdata"/><Relationship Id="rId25" Type="http://schemas.openxmlformats.org/officeDocument/2006/relationships/font" Target="fonts/OpenSans-italic.fntdata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font" Target="fonts/OpenSansSemiBold-regular.fntdata"/><Relationship Id="rId14" Type="http://schemas.openxmlformats.org/officeDocument/2006/relationships/slide" Target="slides/slide7.xml"/><Relationship Id="rId17" Type="http://schemas.openxmlformats.org/officeDocument/2006/relationships/font" Target="fonts/OpenSansSemiBold-italic.fntdata"/><Relationship Id="rId16" Type="http://schemas.openxmlformats.org/officeDocument/2006/relationships/font" Target="fonts/OpenSansSemiBold-bold.fntdata"/><Relationship Id="rId19" Type="http://schemas.openxmlformats.org/officeDocument/2006/relationships/font" Target="fonts/JosefinSans-regular.fntdata"/><Relationship Id="rId18" Type="http://schemas.openxmlformats.org/officeDocument/2006/relationships/font" Target="fonts/OpenSans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1" name="Shape 1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Google Shape;1802;g27f752b020e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3" name="Google Shape;1803;g27f752b020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g29b8f2ea239_2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0" name="Google Shape;1810;g29b8f2ea239_2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6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g29b8f2ea239_2_1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8" name="Google Shape;1818;g29b8f2ea239_2_1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3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g27f752b020e_2_1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5" name="Google Shape;1825;g27f752b020e_2_1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g27f752b020e_2_1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3" name="Google Shape;1833;g27f752b020e_2_1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0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g27f752b020e_2_2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2" name="Google Shape;1852;g27f752b020e_2_2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6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g29b8f2ea239_2_2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8" name="Google Shape;1858;g29b8f2ea239_2_2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678600" y="1484550"/>
            <a:ext cx="7787100" cy="208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5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547575" y="3466725"/>
            <a:ext cx="4048800" cy="3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5400000">
            <a:off x="-1867025" y="1013175"/>
            <a:ext cx="4814046" cy="1710367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-229260" y="3396805"/>
            <a:ext cx="3675485" cy="1893812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 flipH="1" rot="-315040">
            <a:off x="-236345" y="4475012"/>
            <a:ext cx="2114446" cy="997085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3282713" y="476911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927300" y="42102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55488" y="290826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4257175" y="4901838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1559288" y="3910538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2"/>
          <p:cNvSpPr/>
          <p:nvPr/>
        </p:nvSpPr>
        <p:spPr>
          <a:xfrm rot="-5400000">
            <a:off x="6110254" y="2527892"/>
            <a:ext cx="4814046" cy="1710367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5744675" y="-169359"/>
            <a:ext cx="3627772" cy="1869298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"/>
          <p:cNvSpPr/>
          <p:nvPr/>
        </p:nvSpPr>
        <p:spPr>
          <a:xfrm flipH="1" rot="10484934">
            <a:off x="7292455" y="-348495"/>
            <a:ext cx="2087045" cy="984164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"/>
          <p:cNvSpPr/>
          <p:nvPr/>
        </p:nvSpPr>
        <p:spPr>
          <a:xfrm rot="10800000">
            <a:off x="5634813" y="20792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"/>
          <p:cNvSpPr/>
          <p:nvPr/>
        </p:nvSpPr>
        <p:spPr>
          <a:xfrm rot="10800000">
            <a:off x="7750600" y="102480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"/>
          <p:cNvSpPr/>
          <p:nvPr/>
        </p:nvSpPr>
        <p:spPr>
          <a:xfrm rot="10800000">
            <a:off x="8980488" y="193977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"/>
          <p:cNvSpPr/>
          <p:nvPr/>
        </p:nvSpPr>
        <p:spPr>
          <a:xfrm rot="10800000">
            <a:off x="4725450" y="139996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/>
          <p:nvPr>
            <p:ph type="title"/>
          </p:nvPr>
        </p:nvSpPr>
        <p:spPr>
          <a:xfrm>
            <a:off x="1912475" y="2261338"/>
            <a:ext cx="5319000" cy="8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" name="Google Shape;28;p3"/>
          <p:cNvSpPr txBox="1"/>
          <p:nvPr>
            <p:ph hasCustomPrompt="1" idx="2" type="title"/>
          </p:nvPr>
        </p:nvSpPr>
        <p:spPr>
          <a:xfrm>
            <a:off x="3105600" y="1164675"/>
            <a:ext cx="2932800" cy="9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9" name="Google Shape;29;p3"/>
          <p:cNvSpPr txBox="1"/>
          <p:nvPr>
            <p:ph idx="1" type="subTitle"/>
          </p:nvPr>
        </p:nvSpPr>
        <p:spPr>
          <a:xfrm>
            <a:off x="2815400" y="3123913"/>
            <a:ext cx="3513300" cy="43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/>
          <p:nvPr/>
        </p:nvSpPr>
        <p:spPr>
          <a:xfrm rot="10800000">
            <a:off x="-260192" y="3285293"/>
            <a:ext cx="4058317" cy="1729782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 rot="10800000">
            <a:off x="158481" y="4429982"/>
            <a:ext cx="4130269" cy="1085168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3699725" y="46636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1811013" y="438261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-332175" y="3703451"/>
            <a:ext cx="2874201" cy="1521816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1232025" y="401702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108888" y="3007538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5365175" y="166613"/>
            <a:ext cx="4058317" cy="1729782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4874550" y="-333462"/>
            <a:ext cx="4130269" cy="1085168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 rot="10800000">
            <a:off x="5365175" y="41931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 rot="10800000">
            <a:off x="7188788" y="635575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 rot="10800000">
            <a:off x="6621274" y="-43579"/>
            <a:ext cx="2874201" cy="1521816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 rot="10800000">
            <a:off x="7832875" y="106596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 rot="10800000">
            <a:off x="8890913" y="20106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 txBox="1"/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540000" y="1028700"/>
            <a:ext cx="8064000" cy="35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200"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47" name="Google Shape;47;p4"/>
          <p:cNvGrpSpPr/>
          <p:nvPr/>
        </p:nvGrpSpPr>
        <p:grpSpPr>
          <a:xfrm flipH="1">
            <a:off x="-129749" y="-116300"/>
            <a:ext cx="2684034" cy="1738163"/>
            <a:chOff x="6654501" y="-116300"/>
            <a:chExt cx="2684034" cy="1738163"/>
          </a:xfrm>
        </p:grpSpPr>
        <p:sp>
          <p:nvSpPr>
            <p:cNvPr id="48" name="Google Shape;48;p4"/>
            <p:cNvSpPr/>
            <p:nvPr/>
          </p:nvSpPr>
          <p:spPr>
            <a:xfrm>
              <a:off x="6654501" y="-116300"/>
              <a:ext cx="2684034" cy="1535681"/>
            </a:xfrm>
            <a:custGeom>
              <a:rect b="b" l="l" r="r" t="t"/>
              <a:pathLst>
                <a:path extrusionOk="0" h="36451" w="64695">
                  <a:moveTo>
                    <a:pt x="5503" y="0"/>
                  </a:moveTo>
                  <a:cubicBezTo>
                    <a:pt x="2589" y="0"/>
                    <a:pt x="1" y="186"/>
                    <a:pt x="237" y="874"/>
                  </a:cubicBezTo>
                  <a:cubicBezTo>
                    <a:pt x="460" y="1499"/>
                    <a:pt x="4411" y="2169"/>
                    <a:pt x="5259" y="2593"/>
                  </a:cubicBezTo>
                  <a:cubicBezTo>
                    <a:pt x="7178" y="3552"/>
                    <a:pt x="8897" y="4869"/>
                    <a:pt x="10325" y="6454"/>
                  </a:cubicBezTo>
                  <a:cubicBezTo>
                    <a:pt x="13673" y="10092"/>
                    <a:pt x="16619" y="21050"/>
                    <a:pt x="24989" y="22345"/>
                  </a:cubicBezTo>
                  <a:cubicBezTo>
                    <a:pt x="25398" y="22407"/>
                    <a:pt x="25804" y="22437"/>
                    <a:pt x="26206" y="22437"/>
                  </a:cubicBezTo>
                  <a:cubicBezTo>
                    <a:pt x="31849" y="22437"/>
                    <a:pt x="36809" y="16669"/>
                    <a:pt x="38871" y="15314"/>
                  </a:cubicBezTo>
                  <a:cubicBezTo>
                    <a:pt x="39863" y="14681"/>
                    <a:pt x="40996" y="14362"/>
                    <a:pt x="42135" y="14362"/>
                  </a:cubicBezTo>
                  <a:cubicBezTo>
                    <a:pt x="43201" y="14362"/>
                    <a:pt x="44272" y="14642"/>
                    <a:pt x="45232" y="15203"/>
                  </a:cubicBezTo>
                  <a:cubicBezTo>
                    <a:pt x="49027" y="17502"/>
                    <a:pt x="49071" y="22858"/>
                    <a:pt x="50634" y="27010"/>
                  </a:cubicBezTo>
                  <a:cubicBezTo>
                    <a:pt x="52642" y="32143"/>
                    <a:pt x="57307" y="35759"/>
                    <a:pt x="62775" y="36450"/>
                  </a:cubicBezTo>
                  <a:cubicBezTo>
                    <a:pt x="62396" y="25269"/>
                    <a:pt x="63043" y="14065"/>
                    <a:pt x="64694" y="2994"/>
                  </a:cubicBezTo>
                  <a:cubicBezTo>
                    <a:pt x="57530" y="1745"/>
                    <a:pt x="50232" y="1499"/>
                    <a:pt x="42978" y="1254"/>
                  </a:cubicBezTo>
                  <a:cubicBezTo>
                    <a:pt x="32957" y="896"/>
                    <a:pt x="22936" y="562"/>
                    <a:pt x="12914" y="249"/>
                  </a:cubicBezTo>
                  <a:cubicBezTo>
                    <a:pt x="12140" y="215"/>
                    <a:pt x="8634" y="0"/>
                    <a:pt x="55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 flipH="1" rot="5400000">
              <a:off x="8050932" y="-354518"/>
              <a:ext cx="808131" cy="1493289"/>
            </a:xfrm>
            <a:custGeom>
              <a:rect b="b" l="l" r="r" t="t"/>
              <a:pathLst>
                <a:path extrusionOk="0" h="44420" w="24039">
                  <a:moveTo>
                    <a:pt x="17715" y="1"/>
                  </a:moveTo>
                  <a:cubicBezTo>
                    <a:pt x="16371" y="1"/>
                    <a:pt x="14900" y="541"/>
                    <a:pt x="13704" y="2213"/>
                  </a:cubicBezTo>
                  <a:cubicBezTo>
                    <a:pt x="10848" y="6185"/>
                    <a:pt x="15289" y="12211"/>
                    <a:pt x="13392" y="17300"/>
                  </a:cubicBezTo>
                  <a:cubicBezTo>
                    <a:pt x="11272" y="22947"/>
                    <a:pt x="1" y="24509"/>
                    <a:pt x="1384" y="34262"/>
                  </a:cubicBezTo>
                  <a:cubicBezTo>
                    <a:pt x="2268" y="40412"/>
                    <a:pt x="11808" y="44419"/>
                    <a:pt x="18141" y="44419"/>
                  </a:cubicBezTo>
                  <a:cubicBezTo>
                    <a:pt x="19486" y="44419"/>
                    <a:pt x="20686" y="44239"/>
                    <a:pt x="21628" y="43860"/>
                  </a:cubicBezTo>
                  <a:cubicBezTo>
                    <a:pt x="21918" y="43748"/>
                    <a:pt x="23413" y="36851"/>
                    <a:pt x="23480" y="36048"/>
                  </a:cubicBezTo>
                  <a:cubicBezTo>
                    <a:pt x="24038" y="28549"/>
                    <a:pt x="24016" y="20983"/>
                    <a:pt x="23369" y="13484"/>
                  </a:cubicBezTo>
                  <a:cubicBezTo>
                    <a:pt x="23056" y="9890"/>
                    <a:pt x="22699" y="6252"/>
                    <a:pt x="22186" y="2681"/>
                  </a:cubicBezTo>
                  <a:cubicBezTo>
                    <a:pt x="22052" y="1766"/>
                    <a:pt x="22141" y="2168"/>
                    <a:pt x="21315" y="1320"/>
                  </a:cubicBezTo>
                  <a:cubicBezTo>
                    <a:pt x="20767" y="784"/>
                    <a:pt x="19333" y="1"/>
                    <a:pt x="177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7613850" y="-116300"/>
              <a:ext cx="1724676" cy="736904"/>
            </a:xfrm>
            <a:custGeom>
              <a:rect b="b" l="l" r="r" t="t"/>
              <a:pathLst>
                <a:path extrusionOk="0" h="61524" w="143993">
                  <a:moveTo>
                    <a:pt x="25900" y="1"/>
                  </a:moveTo>
                  <a:cubicBezTo>
                    <a:pt x="11671" y="1"/>
                    <a:pt x="1" y="8596"/>
                    <a:pt x="1" y="8596"/>
                  </a:cubicBezTo>
                  <a:lnTo>
                    <a:pt x="186" y="61523"/>
                  </a:lnTo>
                  <a:lnTo>
                    <a:pt x="143993" y="61523"/>
                  </a:lnTo>
                  <a:cubicBezTo>
                    <a:pt x="138074" y="43327"/>
                    <a:pt x="128448" y="39288"/>
                    <a:pt x="117124" y="39288"/>
                  </a:cubicBezTo>
                  <a:cubicBezTo>
                    <a:pt x="108085" y="39288"/>
                    <a:pt x="97965" y="41861"/>
                    <a:pt x="87783" y="41861"/>
                  </a:cubicBezTo>
                  <a:cubicBezTo>
                    <a:pt x="83897" y="41861"/>
                    <a:pt x="80003" y="41486"/>
                    <a:pt x="76156" y="40451"/>
                  </a:cubicBezTo>
                  <a:cubicBezTo>
                    <a:pt x="58842" y="35830"/>
                    <a:pt x="64326" y="18763"/>
                    <a:pt x="43685" y="5269"/>
                  </a:cubicBezTo>
                  <a:cubicBezTo>
                    <a:pt x="37737" y="1386"/>
                    <a:pt x="31612" y="1"/>
                    <a:pt x="259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7365463" y="107038"/>
              <a:ext cx="163500" cy="163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8469625" y="775288"/>
              <a:ext cx="98400" cy="9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8942775" y="1523163"/>
              <a:ext cx="98400" cy="98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" name="Google Shape;54;p4"/>
          <p:cNvGrpSpPr/>
          <p:nvPr/>
        </p:nvGrpSpPr>
        <p:grpSpPr>
          <a:xfrm>
            <a:off x="6806901" y="-116300"/>
            <a:ext cx="2684034" cy="1738163"/>
            <a:chOff x="6654501" y="-116300"/>
            <a:chExt cx="2684034" cy="1738163"/>
          </a:xfrm>
        </p:grpSpPr>
        <p:sp>
          <p:nvSpPr>
            <p:cNvPr id="55" name="Google Shape;55;p4"/>
            <p:cNvSpPr/>
            <p:nvPr/>
          </p:nvSpPr>
          <p:spPr>
            <a:xfrm>
              <a:off x="6654501" y="-116300"/>
              <a:ext cx="2684034" cy="1535681"/>
            </a:xfrm>
            <a:custGeom>
              <a:rect b="b" l="l" r="r" t="t"/>
              <a:pathLst>
                <a:path extrusionOk="0" h="36451" w="64695">
                  <a:moveTo>
                    <a:pt x="5503" y="0"/>
                  </a:moveTo>
                  <a:cubicBezTo>
                    <a:pt x="2589" y="0"/>
                    <a:pt x="1" y="186"/>
                    <a:pt x="237" y="874"/>
                  </a:cubicBezTo>
                  <a:cubicBezTo>
                    <a:pt x="460" y="1499"/>
                    <a:pt x="4411" y="2169"/>
                    <a:pt x="5259" y="2593"/>
                  </a:cubicBezTo>
                  <a:cubicBezTo>
                    <a:pt x="7178" y="3552"/>
                    <a:pt x="8897" y="4869"/>
                    <a:pt x="10325" y="6454"/>
                  </a:cubicBezTo>
                  <a:cubicBezTo>
                    <a:pt x="13673" y="10092"/>
                    <a:pt x="16619" y="21050"/>
                    <a:pt x="24989" y="22345"/>
                  </a:cubicBezTo>
                  <a:cubicBezTo>
                    <a:pt x="25398" y="22407"/>
                    <a:pt x="25804" y="22437"/>
                    <a:pt x="26206" y="22437"/>
                  </a:cubicBezTo>
                  <a:cubicBezTo>
                    <a:pt x="31849" y="22437"/>
                    <a:pt x="36809" y="16669"/>
                    <a:pt x="38871" y="15314"/>
                  </a:cubicBezTo>
                  <a:cubicBezTo>
                    <a:pt x="39863" y="14681"/>
                    <a:pt x="40996" y="14362"/>
                    <a:pt x="42135" y="14362"/>
                  </a:cubicBezTo>
                  <a:cubicBezTo>
                    <a:pt x="43201" y="14362"/>
                    <a:pt x="44272" y="14642"/>
                    <a:pt x="45232" y="15203"/>
                  </a:cubicBezTo>
                  <a:cubicBezTo>
                    <a:pt x="49027" y="17502"/>
                    <a:pt x="49071" y="22858"/>
                    <a:pt x="50634" y="27010"/>
                  </a:cubicBezTo>
                  <a:cubicBezTo>
                    <a:pt x="52642" y="32143"/>
                    <a:pt x="57307" y="35759"/>
                    <a:pt x="62775" y="36450"/>
                  </a:cubicBezTo>
                  <a:cubicBezTo>
                    <a:pt x="62396" y="25269"/>
                    <a:pt x="63043" y="14065"/>
                    <a:pt x="64694" y="2994"/>
                  </a:cubicBezTo>
                  <a:cubicBezTo>
                    <a:pt x="57530" y="1745"/>
                    <a:pt x="50232" y="1499"/>
                    <a:pt x="42978" y="1254"/>
                  </a:cubicBezTo>
                  <a:cubicBezTo>
                    <a:pt x="32957" y="896"/>
                    <a:pt x="22936" y="562"/>
                    <a:pt x="12914" y="249"/>
                  </a:cubicBezTo>
                  <a:cubicBezTo>
                    <a:pt x="12140" y="215"/>
                    <a:pt x="8634" y="0"/>
                    <a:pt x="55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 flipH="1" rot="5400000">
              <a:off x="8050932" y="-354518"/>
              <a:ext cx="808131" cy="1493289"/>
            </a:xfrm>
            <a:custGeom>
              <a:rect b="b" l="l" r="r" t="t"/>
              <a:pathLst>
                <a:path extrusionOk="0" h="44420" w="24039">
                  <a:moveTo>
                    <a:pt x="17715" y="1"/>
                  </a:moveTo>
                  <a:cubicBezTo>
                    <a:pt x="16371" y="1"/>
                    <a:pt x="14900" y="541"/>
                    <a:pt x="13704" y="2213"/>
                  </a:cubicBezTo>
                  <a:cubicBezTo>
                    <a:pt x="10848" y="6185"/>
                    <a:pt x="15289" y="12211"/>
                    <a:pt x="13392" y="17300"/>
                  </a:cubicBezTo>
                  <a:cubicBezTo>
                    <a:pt x="11272" y="22947"/>
                    <a:pt x="1" y="24509"/>
                    <a:pt x="1384" y="34262"/>
                  </a:cubicBezTo>
                  <a:cubicBezTo>
                    <a:pt x="2268" y="40412"/>
                    <a:pt x="11808" y="44419"/>
                    <a:pt x="18141" y="44419"/>
                  </a:cubicBezTo>
                  <a:cubicBezTo>
                    <a:pt x="19486" y="44419"/>
                    <a:pt x="20686" y="44239"/>
                    <a:pt x="21628" y="43860"/>
                  </a:cubicBezTo>
                  <a:cubicBezTo>
                    <a:pt x="21918" y="43748"/>
                    <a:pt x="23413" y="36851"/>
                    <a:pt x="23480" y="36048"/>
                  </a:cubicBezTo>
                  <a:cubicBezTo>
                    <a:pt x="24038" y="28549"/>
                    <a:pt x="24016" y="20983"/>
                    <a:pt x="23369" y="13484"/>
                  </a:cubicBezTo>
                  <a:cubicBezTo>
                    <a:pt x="23056" y="9890"/>
                    <a:pt x="22699" y="6252"/>
                    <a:pt x="22186" y="2681"/>
                  </a:cubicBezTo>
                  <a:cubicBezTo>
                    <a:pt x="22052" y="1766"/>
                    <a:pt x="22141" y="2168"/>
                    <a:pt x="21315" y="1320"/>
                  </a:cubicBezTo>
                  <a:cubicBezTo>
                    <a:pt x="20767" y="784"/>
                    <a:pt x="19333" y="1"/>
                    <a:pt x="177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 rot="10800000">
              <a:off x="7613850" y="-116300"/>
              <a:ext cx="1724676" cy="736904"/>
            </a:xfrm>
            <a:custGeom>
              <a:rect b="b" l="l" r="r" t="t"/>
              <a:pathLst>
                <a:path extrusionOk="0" h="61524" w="143993">
                  <a:moveTo>
                    <a:pt x="25900" y="1"/>
                  </a:moveTo>
                  <a:cubicBezTo>
                    <a:pt x="11671" y="1"/>
                    <a:pt x="1" y="8596"/>
                    <a:pt x="1" y="8596"/>
                  </a:cubicBezTo>
                  <a:lnTo>
                    <a:pt x="186" y="61523"/>
                  </a:lnTo>
                  <a:lnTo>
                    <a:pt x="143993" y="61523"/>
                  </a:lnTo>
                  <a:cubicBezTo>
                    <a:pt x="138074" y="43327"/>
                    <a:pt x="128448" y="39288"/>
                    <a:pt x="117124" y="39288"/>
                  </a:cubicBezTo>
                  <a:cubicBezTo>
                    <a:pt x="108085" y="39288"/>
                    <a:pt x="97965" y="41861"/>
                    <a:pt x="87783" y="41861"/>
                  </a:cubicBezTo>
                  <a:cubicBezTo>
                    <a:pt x="83897" y="41861"/>
                    <a:pt x="80003" y="41486"/>
                    <a:pt x="76156" y="40451"/>
                  </a:cubicBezTo>
                  <a:cubicBezTo>
                    <a:pt x="58842" y="35830"/>
                    <a:pt x="64326" y="18763"/>
                    <a:pt x="43685" y="5269"/>
                  </a:cubicBezTo>
                  <a:cubicBezTo>
                    <a:pt x="37737" y="1386"/>
                    <a:pt x="31612" y="1"/>
                    <a:pt x="259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7365463" y="107038"/>
              <a:ext cx="163500" cy="163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8469625" y="775288"/>
              <a:ext cx="98400" cy="9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8942775" y="1523163"/>
              <a:ext cx="98400" cy="98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 txBox="1"/>
          <p:nvPr>
            <p:ph idx="1" type="subTitle"/>
          </p:nvPr>
        </p:nvSpPr>
        <p:spPr>
          <a:xfrm>
            <a:off x="5069450" y="2590588"/>
            <a:ext cx="28848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63" name="Google Shape;63;p5"/>
          <p:cNvSpPr txBox="1"/>
          <p:nvPr>
            <p:ph idx="2" type="subTitle"/>
          </p:nvPr>
        </p:nvSpPr>
        <p:spPr>
          <a:xfrm>
            <a:off x="5069400" y="2882600"/>
            <a:ext cx="2884800" cy="7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5"/>
          <p:cNvSpPr txBox="1"/>
          <p:nvPr>
            <p:ph idx="3" type="subTitle"/>
          </p:nvPr>
        </p:nvSpPr>
        <p:spPr>
          <a:xfrm>
            <a:off x="1189788" y="2590588"/>
            <a:ext cx="28848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65" name="Google Shape;65;p5"/>
          <p:cNvSpPr txBox="1"/>
          <p:nvPr>
            <p:ph idx="4" type="subTitle"/>
          </p:nvPr>
        </p:nvSpPr>
        <p:spPr>
          <a:xfrm>
            <a:off x="1189800" y="2882600"/>
            <a:ext cx="2884800" cy="7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5"/>
          <p:cNvSpPr/>
          <p:nvPr/>
        </p:nvSpPr>
        <p:spPr>
          <a:xfrm rot="10376871">
            <a:off x="-495921" y="-203555"/>
            <a:ext cx="4143688" cy="1411694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3812651" y="348974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593226" y="838649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4418776" y="63342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2981851" y="25027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 flipH="1">
            <a:off x="-201027" y="-164602"/>
            <a:ext cx="3007352" cy="1244123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 rot="10800000">
            <a:off x="-259611" y="-297078"/>
            <a:ext cx="2457436" cy="930503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 rot="-448972">
            <a:off x="5418223" y="3906226"/>
            <a:ext cx="4114989" cy="1394558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 rot="10800000">
            <a:off x="4710711" y="4724448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 rot="10800000">
            <a:off x="8391336" y="4168473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 rot="10800000">
            <a:off x="5390761" y="416847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 rot="10800000">
            <a:off x="6002711" y="4756848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 flipH="1" rot="10800000">
            <a:off x="6276637" y="4026301"/>
            <a:ext cx="3007352" cy="1244123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6885137" y="4472397"/>
            <a:ext cx="2457436" cy="930503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 txBox="1"/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2" name="Google Shape;82;p6"/>
          <p:cNvSpPr/>
          <p:nvPr/>
        </p:nvSpPr>
        <p:spPr>
          <a:xfrm>
            <a:off x="6082076" y="-118290"/>
            <a:ext cx="3204343" cy="1651139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 rot="10800000">
            <a:off x="6965676" y="-72669"/>
            <a:ext cx="2420522" cy="1034218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 flipH="1" rot="10484947">
            <a:off x="7999385" y="-411807"/>
            <a:ext cx="1843431" cy="869285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 rot="10800000">
            <a:off x="7222138" y="45824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 rot="10800000">
            <a:off x="8177150" y="69715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 rot="10800000">
            <a:off x="8947925" y="158193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 txBox="1"/>
          <p:nvPr>
            <p:ph type="title"/>
          </p:nvPr>
        </p:nvSpPr>
        <p:spPr>
          <a:xfrm>
            <a:off x="478950" y="1922950"/>
            <a:ext cx="4860000" cy="8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0" name="Google Shape;90;p7"/>
          <p:cNvSpPr txBox="1"/>
          <p:nvPr>
            <p:ph idx="1" type="subTitle"/>
          </p:nvPr>
        </p:nvSpPr>
        <p:spPr>
          <a:xfrm>
            <a:off x="479050" y="2757125"/>
            <a:ext cx="4860000" cy="49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7"/>
          <p:cNvSpPr/>
          <p:nvPr/>
        </p:nvSpPr>
        <p:spPr>
          <a:xfrm rot="-10667561">
            <a:off x="305871" y="4396335"/>
            <a:ext cx="4818716" cy="780968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/>
          <p:cNvSpPr/>
          <p:nvPr/>
        </p:nvSpPr>
        <p:spPr>
          <a:xfrm rot="10800000">
            <a:off x="402459" y="4303597"/>
            <a:ext cx="2393629" cy="966464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-272112" y="4159112"/>
            <a:ext cx="2096898" cy="98915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5246676" y="4820774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/>
          <p:cNvSpPr/>
          <p:nvPr/>
        </p:nvSpPr>
        <p:spPr>
          <a:xfrm>
            <a:off x="402451" y="3952199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1153051" y="439062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2859751" y="473747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 flipH="1" rot="-132439">
            <a:off x="305871" y="-39916"/>
            <a:ext cx="4818716" cy="780968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 flipH="1">
            <a:off x="402459" y="-132676"/>
            <a:ext cx="2393629" cy="966464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 flipH="1" rot="10800000">
            <a:off x="-272112" y="-10878"/>
            <a:ext cx="2096898" cy="98915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 flipH="1" rot="10800000">
            <a:off x="402451" y="1086487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 flipH="1" rot="10800000">
            <a:off x="1153051" y="648062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 flipH="1" rot="10800000">
            <a:off x="2859751" y="301212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 flipH="1" rot="10800000">
            <a:off x="5246676" y="153112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/>
          <p:cNvSpPr txBox="1"/>
          <p:nvPr>
            <p:ph type="title"/>
          </p:nvPr>
        </p:nvSpPr>
        <p:spPr>
          <a:xfrm>
            <a:off x="1388100" y="1076025"/>
            <a:ext cx="6367800" cy="28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9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7" name="Google Shape;107;p8"/>
          <p:cNvSpPr/>
          <p:nvPr/>
        </p:nvSpPr>
        <p:spPr>
          <a:xfrm flipH="1">
            <a:off x="-426404" y="-84700"/>
            <a:ext cx="6890071" cy="880003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8"/>
          <p:cNvSpPr/>
          <p:nvPr/>
        </p:nvSpPr>
        <p:spPr>
          <a:xfrm rot="10800000">
            <a:off x="-294784" y="-365201"/>
            <a:ext cx="3086654" cy="972101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8"/>
          <p:cNvSpPr/>
          <p:nvPr/>
        </p:nvSpPr>
        <p:spPr>
          <a:xfrm rot="-5400147">
            <a:off x="232464" y="-691625"/>
            <a:ext cx="1404839" cy="2093848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8"/>
          <p:cNvSpPr/>
          <p:nvPr/>
        </p:nvSpPr>
        <p:spPr>
          <a:xfrm flipH="1">
            <a:off x="683516" y="606900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8"/>
          <p:cNvSpPr/>
          <p:nvPr/>
        </p:nvSpPr>
        <p:spPr>
          <a:xfrm flipH="1">
            <a:off x="2476066" y="6665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"/>
          <p:cNvSpPr/>
          <p:nvPr/>
        </p:nvSpPr>
        <p:spPr>
          <a:xfrm flipH="1">
            <a:off x="3173616" y="244725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"/>
          <p:cNvSpPr/>
          <p:nvPr/>
        </p:nvSpPr>
        <p:spPr>
          <a:xfrm flipH="1">
            <a:off x="6566441" y="273550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8"/>
          <p:cNvSpPr/>
          <p:nvPr/>
        </p:nvSpPr>
        <p:spPr>
          <a:xfrm flipH="1" rot="10800000">
            <a:off x="2631095" y="4430364"/>
            <a:ext cx="6890071" cy="880003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"/>
          <p:cNvSpPr/>
          <p:nvPr/>
        </p:nvSpPr>
        <p:spPr>
          <a:xfrm>
            <a:off x="6302893" y="4618767"/>
            <a:ext cx="3086654" cy="972101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"/>
          <p:cNvSpPr/>
          <p:nvPr/>
        </p:nvSpPr>
        <p:spPr>
          <a:xfrm rot="5399853">
            <a:off x="7457460" y="3823444"/>
            <a:ext cx="1404839" cy="2093848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"/>
          <p:cNvSpPr/>
          <p:nvPr/>
        </p:nvSpPr>
        <p:spPr>
          <a:xfrm flipH="1" rot="10800000">
            <a:off x="8312846" y="4520067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"/>
          <p:cNvSpPr/>
          <p:nvPr/>
        </p:nvSpPr>
        <p:spPr>
          <a:xfrm flipH="1" rot="10800000">
            <a:off x="6455196" y="4395617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"/>
          <p:cNvSpPr/>
          <p:nvPr/>
        </p:nvSpPr>
        <p:spPr>
          <a:xfrm flipH="1" rot="10800000">
            <a:off x="5822746" y="4882242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"/>
          <p:cNvSpPr/>
          <p:nvPr/>
        </p:nvSpPr>
        <p:spPr>
          <a:xfrm flipH="1" rot="10800000">
            <a:off x="8749921" y="4232117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"/>
          <p:cNvSpPr/>
          <p:nvPr/>
        </p:nvSpPr>
        <p:spPr>
          <a:xfrm flipH="1" rot="10800000">
            <a:off x="2364821" y="4788617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"/>
          <p:cNvSpPr/>
          <p:nvPr/>
        </p:nvSpPr>
        <p:spPr>
          <a:xfrm flipH="1">
            <a:off x="181341" y="8300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/>
          <p:nvPr>
            <p:ph type="title"/>
          </p:nvPr>
        </p:nvSpPr>
        <p:spPr>
          <a:xfrm>
            <a:off x="2141950" y="1922950"/>
            <a:ext cx="4860000" cy="8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5" name="Google Shape;125;p9"/>
          <p:cNvSpPr txBox="1"/>
          <p:nvPr>
            <p:ph idx="1" type="subTitle"/>
          </p:nvPr>
        </p:nvSpPr>
        <p:spPr>
          <a:xfrm>
            <a:off x="2142050" y="2757125"/>
            <a:ext cx="4860000" cy="49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9"/>
          <p:cNvSpPr/>
          <p:nvPr/>
        </p:nvSpPr>
        <p:spPr>
          <a:xfrm flipH="1" rot="10800000">
            <a:off x="5365175" y="3285293"/>
            <a:ext cx="4058317" cy="1729782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"/>
          <p:cNvSpPr/>
          <p:nvPr/>
        </p:nvSpPr>
        <p:spPr>
          <a:xfrm flipH="1" rot="10800000">
            <a:off x="4874550" y="4429982"/>
            <a:ext cx="4130269" cy="1085168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"/>
          <p:cNvSpPr/>
          <p:nvPr/>
        </p:nvSpPr>
        <p:spPr>
          <a:xfrm flipH="1">
            <a:off x="5365175" y="46636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"/>
          <p:cNvSpPr/>
          <p:nvPr/>
        </p:nvSpPr>
        <p:spPr>
          <a:xfrm flipH="1">
            <a:off x="7188788" y="438261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"/>
          <p:cNvSpPr/>
          <p:nvPr/>
        </p:nvSpPr>
        <p:spPr>
          <a:xfrm flipH="1">
            <a:off x="6621274" y="3703451"/>
            <a:ext cx="2874201" cy="1521816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"/>
          <p:cNvSpPr/>
          <p:nvPr/>
        </p:nvSpPr>
        <p:spPr>
          <a:xfrm flipH="1">
            <a:off x="7832875" y="401702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"/>
          <p:cNvSpPr/>
          <p:nvPr/>
        </p:nvSpPr>
        <p:spPr>
          <a:xfrm flipH="1">
            <a:off x="8890913" y="3007538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"/>
          <p:cNvSpPr/>
          <p:nvPr/>
        </p:nvSpPr>
        <p:spPr>
          <a:xfrm flipH="1">
            <a:off x="-260192" y="166613"/>
            <a:ext cx="4058317" cy="1729782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"/>
          <p:cNvSpPr/>
          <p:nvPr/>
        </p:nvSpPr>
        <p:spPr>
          <a:xfrm flipH="1">
            <a:off x="158481" y="-333462"/>
            <a:ext cx="4130269" cy="1085168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"/>
          <p:cNvSpPr/>
          <p:nvPr/>
        </p:nvSpPr>
        <p:spPr>
          <a:xfrm flipH="1" rot="10800000">
            <a:off x="3699725" y="41931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9"/>
          <p:cNvSpPr/>
          <p:nvPr/>
        </p:nvSpPr>
        <p:spPr>
          <a:xfrm flipH="1" rot="10800000">
            <a:off x="1811013" y="635575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"/>
          <p:cNvSpPr/>
          <p:nvPr/>
        </p:nvSpPr>
        <p:spPr>
          <a:xfrm flipH="1" rot="10800000">
            <a:off x="-332175" y="-43579"/>
            <a:ext cx="2874201" cy="1521816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"/>
          <p:cNvSpPr/>
          <p:nvPr/>
        </p:nvSpPr>
        <p:spPr>
          <a:xfrm flipH="1" rot="10800000">
            <a:off x="1232025" y="106596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"/>
          <p:cNvSpPr/>
          <p:nvPr/>
        </p:nvSpPr>
        <p:spPr>
          <a:xfrm flipH="1" rot="10800000">
            <a:off x="108888" y="20106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/>
          <p:nvPr>
            <p:ph idx="1" type="body"/>
          </p:nvPr>
        </p:nvSpPr>
        <p:spPr>
          <a:xfrm>
            <a:off x="540000" y="540000"/>
            <a:ext cx="3590400" cy="90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3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</a:lstStyle>
          <a:p/>
        </p:txBody>
      </p:sp>
      <p:sp>
        <p:nvSpPr>
          <p:cNvPr id="142" name="Google Shape;142;p10"/>
          <p:cNvSpPr/>
          <p:nvPr/>
        </p:nvSpPr>
        <p:spPr>
          <a:xfrm flipH="1">
            <a:off x="3426309" y="3056502"/>
            <a:ext cx="5986869" cy="212719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"/>
          <p:cNvSpPr/>
          <p:nvPr/>
        </p:nvSpPr>
        <p:spPr>
          <a:xfrm flipH="1" rot="10800000">
            <a:off x="5737690" y="3381530"/>
            <a:ext cx="3675485" cy="1893812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"/>
          <p:cNvSpPr/>
          <p:nvPr/>
        </p:nvSpPr>
        <p:spPr>
          <a:xfrm rot="315040">
            <a:off x="7305814" y="4459737"/>
            <a:ext cx="2114446" cy="997085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"/>
          <p:cNvSpPr/>
          <p:nvPr/>
        </p:nvSpPr>
        <p:spPr>
          <a:xfrm flipH="1">
            <a:off x="5699552" y="478436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"/>
          <p:cNvSpPr/>
          <p:nvPr/>
        </p:nvSpPr>
        <p:spPr>
          <a:xfrm flipH="1">
            <a:off x="8043764" y="39431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"/>
          <p:cNvSpPr/>
          <p:nvPr/>
        </p:nvSpPr>
        <p:spPr>
          <a:xfrm flipH="1">
            <a:off x="8476477" y="342716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0"/>
          <p:cNvSpPr/>
          <p:nvPr/>
        </p:nvSpPr>
        <p:spPr>
          <a:xfrm flipH="1">
            <a:off x="7442277" y="3557038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"/>
          <p:cNvSpPr txBox="1"/>
          <p:nvPr>
            <p:ph hasCustomPrompt="1" type="title"/>
          </p:nvPr>
        </p:nvSpPr>
        <p:spPr>
          <a:xfrm>
            <a:off x="1217350" y="1604400"/>
            <a:ext cx="6709200" cy="14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1" name="Google Shape;151;p11"/>
          <p:cNvSpPr txBox="1"/>
          <p:nvPr>
            <p:ph idx="1" type="body"/>
          </p:nvPr>
        </p:nvSpPr>
        <p:spPr>
          <a:xfrm>
            <a:off x="1668825" y="3087600"/>
            <a:ext cx="5806200" cy="4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2" name="Google Shape;152;p11"/>
          <p:cNvSpPr/>
          <p:nvPr/>
        </p:nvSpPr>
        <p:spPr>
          <a:xfrm flipH="1" rot="10800000">
            <a:off x="2527149" y="4367365"/>
            <a:ext cx="6890071" cy="880003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"/>
          <p:cNvSpPr/>
          <p:nvPr/>
        </p:nvSpPr>
        <p:spPr>
          <a:xfrm>
            <a:off x="6198946" y="4555768"/>
            <a:ext cx="3086654" cy="972101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1"/>
          <p:cNvSpPr/>
          <p:nvPr/>
        </p:nvSpPr>
        <p:spPr>
          <a:xfrm flipH="1" rot="-7520738">
            <a:off x="7812289" y="3760467"/>
            <a:ext cx="1404819" cy="2093810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1"/>
          <p:cNvSpPr/>
          <p:nvPr/>
        </p:nvSpPr>
        <p:spPr>
          <a:xfrm flipH="1">
            <a:off x="5018091" y="4725625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1"/>
          <p:cNvSpPr/>
          <p:nvPr/>
        </p:nvSpPr>
        <p:spPr>
          <a:xfrm flipH="1">
            <a:off x="7887341" y="4554150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1"/>
          <p:cNvSpPr/>
          <p:nvPr/>
        </p:nvSpPr>
        <p:spPr>
          <a:xfrm flipH="1">
            <a:off x="8652966" y="3628775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1"/>
          <p:cNvSpPr/>
          <p:nvPr/>
        </p:nvSpPr>
        <p:spPr>
          <a:xfrm flipH="1">
            <a:off x="7477516" y="4367375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1"/>
          <p:cNvSpPr/>
          <p:nvPr/>
        </p:nvSpPr>
        <p:spPr>
          <a:xfrm flipH="1">
            <a:off x="-426404" y="-84700"/>
            <a:ext cx="6890071" cy="880003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1"/>
          <p:cNvSpPr/>
          <p:nvPr/>
        </p:nvSpPr>
        <p:spPr>
          <a:xfrm rot="10800000">
            <a:off x="-294784" y="-365201"/>
            <a:ext cx="3086654" cy="972101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1"/>
          <p:cNvSpPr/>
          <p:nvPr/>
        </p:nvSpPr>
        <p:spPr>
          <a:xfrm flipH="1" rot="3279262">
            <a:off x="-226292" y="-691608"/>
            <a:ext cx="1404819" cy="2093810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1"/>
          <p:cNvSpPr/>
          <p:nvPr/>
        </p:nvSpPr>
        <p:spPr>
          <a:xfrm flipH="1">
            <a:off x="885666" y="606900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1"/>
          <p:cNvSpPr/>
          <p:nvPr/>
        </p:nvSpPr>
        <p:spPr>
          <a:xfrm flipH="1">
            <a:off x="2476066" y="6665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1"/>
          <p:cNvSpPr/>
          <p:nvPr/>
        </p:nvSpPr>
        <p:spPr>
          <a:xfrm flipH="1">
            <a:off x="82941" y="1435200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tents">
  <p:cSld name="CUSTOM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/>
          <p:nvPr>
            <p:ph type="title"/>
          </p:nvPr>
        </p:nvSpPr>
        <p:spPr>
          <a:xfrm>
            <a:off x="2727000" y="363275"/>
            <a:ext cx="369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68" name="Google Shape;168;p13"/>
          <p:cNvSpPr txBox="1"/>
          <p:nvPr>
            <p:ph idx="1" type="subTitle"/>
          </p:nvPr>
        </p:nvSpPr>
        <p:spPr>
          <a:xfrm>
            <a:off x="4379650" y="1868975"/>
            <a:ext cx="3830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69" name="Google Shape;169;p13"/>
          <p:cNvSpPr txBox="1"/>
          <p:nvPr>
            <p:ph idx="2" type="subTitle"/>
          </p:nvPr>
        </p:nvSpPr>
        <p:spPr>
          <a:xfrm>
            <a:off x="5051588" y="2188088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13"/>
          <p:cNvSpPr txBox="1"/>
          <p:nvPr>
            <p:ph idx="3" type="subTitle"/>
          </p:nvPr>
        </p:nvSpPr>
        <p:spPr>
          <a:xfrm>
            <a:off x="934238" y="1868975"/>
            <a:ext cx="36900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71" name="Google Shape;171;p13"/>
          <p:cNvSpPr txBox="1"/>
          <p:nvPr>
            <p:ph idx="4" type="subTitle"/>
          </p:nvPr>
        </p:nvSpPr>
        <p:spPr>
          <a:xfrm>
            <a:off x="1536188" y="2188088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13"/>
          <p:cNvSpPr txBox="1"/>
          <p:nvPr>
            <p:ph idx="5" type="subTitle"/>
          </p:nvPr>
        </p:nvSpPr>
        <p:spPr>
          <a:xfrm>
            <a:off x="4379600" y="3770850"/>
            <a:ext cx="3830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73" name="Google Shape;173;p13"/>
          <p:cNvSpPr txBox="1"/>
          <p:nvPr>
            <p:ph idx="6" type="subTitle"/>
          </p:nvPr>
        </p:nvSpPr>
        <p:spPr>
          <a:xfrm>
            <a:off x="5051588" y="4089975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3"/>
          <p:cNvSpPr txBox="1"/>
          <p:nvPr>
            <p:ph idx="7" type="subTitle"/>
          </p:nvPr>
        </p:nvSpPr>
        <p:spPr>
          <a:xfrm>
            <a:off x="934238" y="3770850"/>
            <a:ext cx="36900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75" name="Google Shape;175;p13"/>
          <p:cNvSpPr txBox="1"/>
          <p:nvPr>
            <p:ph idx="8" type="subTitle"/>
          </p:nvPr>
        </p:nvSpPr>
        <p:spPr>
          <a:xfrm>
            <a:off x="1536188" y="4089975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13"/>
          <p:cNvSpPr txBox="1"/>
          <p:nvPr>
            <p:ph hasCustomPrompt="1" idx="9" type="title"/>
          </p:nvPr>
        </p:nvSpPr>
        <p:spPr>
          <a:xfrm>
            <a:off x="2259638" y="1171113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77" name="Google Shape;177;p13"/>
          <p:cNvSpPr txBox="1"/>
          <p:nvPr>
            <p:ph hasCustomPrompt="1" idx="13" type="title"/>
          </p:nvPr>
        </p:nvSpPr>
        <p:spPr>
          <a:xfrm>
            <a:off x="5775063" y="1171113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78" name="Google Shape;178;p13"/>
          <p:cNvSpPr txBox="1"/>
          <p:nvPr>
            <p:ph hasCustomPrompt="1" idx="14" type="title"/>
          </p:nvPr>
        </p:nvSpPr>
        <p:spPr>
          <a:xfrm>
            <a:off x="2259638" y="3071125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79" name="Google Shape;179;p13"/>
          <p:cNvSpPr txBox="1"/>
          <p:nvPr>
            <p:ph hasCustomPrompt="1" idx="15" type="title"/>
          </p:nvPr>
        </p:nvSpPr>
        <p:spPr>
          <a:xfrm>
            <a:off x="5775063" y="3071125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80" name="Google Shape;180;p13"/>
          <p:cNvSpPr/>
          <p:nvPr/>
        </p:nvSpPr>
        <p:spPr>
          <a:xfrm rot="-5267561">
            <a:off x="-2166865" y="2462282"/>
            <a:ext cx="4818716" cy="780968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3"/>
          <p:cNvSpPr/>
          <p:nvPr/>
        </p:nvSpPr>
        <p:spPr>
          <a:xfrm rot="-5400000">
            <a:off x="-954332" y="1253578"/>
            <a:ext cx="2393629" cy="966464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3"/>
          <p:cNvSpPr/>
          <p:nvPr/>
        </p:nvSpPr>
        <p:spPr>
          <a:xfrm rot="5400000">
            <a:off x="-672825" y="419298"/>
            <a:ext cx="2096898" cy="98915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3"/>
          <p:cNvSpPr/>
          <p:nvPr/>
        </p:nvSpPr>
        <p:spPr>
          <a:xfrm rot="5400000">
            <a:off x="121363" y="313296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3"/>
          <p:cNvSpPr/>
          <p:nvPr/>
        </p:nvSpPr>
        <p:spPr>
          <a:xfrm rot="5400000">
            <a:off x="993813" y="264713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3"/>
          <p:cNvSpPr/>
          <p:nvPr/>
        </p:nvSpPr>
        <p:spPr>
          <a:xfrm rot="5400000">
            <a:off x="540138" y="1290438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3"/>
          <p:cNvSpPr/>
          <p:nvPr/>
        </p:nvSpPr>
        <p:spPr>
          <a:xfrm rot="5400000">
            <a:off x="441438" y="270051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3"/>
          <p:cNvSpPr/>
          <p:nvPr/>
        </p:nvSpPr>
        <p:spPr>
          <a:xfrm rot="5532439">
            <a:off x="6598811" y="1897536"/>
            <a:ext cx="4818716" cy="780968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3"/>
          <p:cNvSpPr/>
          <p:nvPr/>
        </p:nvSpPr>
        <p:spPr>
          <a:xfrm rot="5400000">
            <a:off x="7811366" y="2920743"/>
            <a:ext cx="2393629" cy="966464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3"/>
          <p:cNvSpPr/>
          <p:nvPr/>
        </p:nvSpPr>
        <p:spPr>
          <a:xfrm rot="-5400000">
            <a:off x="7826590" y="3732336"/>
            <a:ext cx="2096898" cy="98915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3"/>
          <p:cNvSpPr/>
          <p:nvPr/>
        </p:nvSpPr>
        <p:spPr>
          <a:xfrm rot="-5400000">
            <a:off x="8965800" y="1844324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3"/>
          <p:cNvSpPr/>
          <p:nvPr/>
        </p:nvSpPr>
        <p:spPr>
          <a:xfrm rot="-5400000">
            <a:off x="8612125" y="375164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3"/>
          <p:cNvSpPr/>
          <p:nvPr/>
        </p:nvSpPr>
        <p:spPr>
          <a:xfrm rot="-5400000">
            <a:off x="8710825" y="234157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3"/>
          <p:cNvSpPr/>
          <p:nvPr/>
        </p:nvSpPr>
        <p:spPr>
          <a:xfrm rot="-5400000">
            <a:off x="8158450" y="4777374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"/>
          <p:cNvSpPr txBox="1"/>
          <p:nvPr>
            <p:ph type="title"/>
          </p:nvPr>
        </p:nvSpPr>
        <p:spPr>
          <a:xfrm>
            <a:off x="3373350" y="2938325"/>
            <a:ext cx="4044000" cy="49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100"/>
              <a:buNone/>
              <a:defRPr sz="3000"/>
            </a:lvl1pPr>
            <a:lvl2pPr lvl="1" rtl="0">
              <a:spcBef>
                <a:spcPts val="160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6" name="Google Shape;196;p14"/>
          <p:cNvSpPr txBox="1"/>
          <p:nvPr>
            <p:ph idx="1" type="subTitle"/>
          </p:nvPr>
        </p:nvSpPr>
        <p:spPr>
          <a:xfrm>
            <a:off x="1726650" y="1707450"/>
            <a:ext cx="5690700" cy="9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20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4"/>
          <p:cNvSpPr/>
          <p:nvPr/>
        </p:nvSpPr>
        <p:spPr>
          <a:xfrm>
            <a:off x="2301825" y="-81050"/>
            <a:ext cx="5472801" cy="1242133"/>
          </a:xfrm>
          <a:custGeom>
            <a:rect b="b" l="l" r="r" t="t"/>
            <a:pathLst>
              <a:path extrusionOk="0" h="48554" w="113987">
                <a:moveTo>
                  <a:pt x="1" y="1"/>
                </a:moveTo>
                <a:cubicBezTo>
                  <a:pt x="1664" y="4622"/>
                  <a:pt x="7395" y="8627"/>
                  <a:pt x="14480" y="9243"/>
                </a:cubicBezTo>
                <a:cubicBezTo>
                  <a:pt x="15269" y="9310"/>
                  <a:pt x="16057" y="9341"/>
                  <a:pt x="16844" y="9341"/>
                </a:cubicBezTo>
                <a:cubicBezTo>
                  <a:pt x="26954" y="9341"/>
                  <a:pt x="36902" y="4191"/>
                  <a:pt x="46543" y="4191"/>
                </a:cubicBezTo>
                <a:cubicBezTo>
                  <a:pt x="48520" y="4191"/>
                  <a:pt x="50484" y="4408"/>
                  <a:pt x="52434" y="4930"/>
                </a:cubicBezTo>
                <a:cubicBezTo>
                  <a:pt x="59335" y="6717"/>
                  <a:pt x="63032" y="11831"/>
                  <a:pt x="63833" y="16760"/>
                </a:cubicBezTo>
                <a:cubicBezTo>
                  <a:pt x="64634" y="21750"/>
                  <a:pt x="63155" y="26680"/>
                  <a:pt x="62970" y="31609"/>
                </a:cubicBezTo>
                <a:cubicBezTo>
                  <a:pt x="62847" y="36538"/>
                  <a:pt x="64264" y="41898"/>
                  <a:pt x="69563" y="45349"/>
                </a:cubicBezTo>
                <a:cubicBezTo>
                  <a:pt x="73005" y="47564"/>
                  <a:pt x="77580" y="48553"/>
                  <a:pt x="82312" y="48553"/>
                </a:cubicBezTo>
                <a:cubicBezTo>
                  <a:pt x="88505" y="48553"/>
                  <a:pt x="94967" y="46857"/>
                  <a:pt x="99507" y="43993"/>
                </a:cubicBezTo>
                <a:cubicBezTo>
                  <a:pt x="107579" y="38941"/>
                  <a:pt x="110906" y="31362"/>
                  <a:pt x="112508" y="24030"/>
                </a:cubicBezTo>
                <a:cubicBezTo>
                  <a:pt x="113987" y="17253"/>
                  <a:pt x="112262" y="3821"/>
                  <a:pt x="1038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4"/>
          <p:cNvSpPr/>
          <p:nvPr/>
        </p:nvSpPr>
        <p:spPr>
          <a:xfrm rot="10800000">
            <a:off x="3105740" y="-321877"/>
            <a:ext cx="2419310" cy="861877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4"/>
          <p:cNvSpPr/>
          <p:nvPr/>
        </p:nvSpPr>
        <p:spPr>
          <a:xfrm rot="-5400000">
            <a:off x="5094113" y="-676765"/>
            <a:ext cx="969192" cy="1790903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4"/>
          <p:cNvSpPr/>
          <p:nvPr/>
        </p:nvSpPr>
        <p:spPr>
          <a:xfrm rot="5400000">
            <a:off x="6553938" y="4582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4"/>
          <p:cNvSpPr/>
          <p:nvPr/>
        </p:nvSpPr>
        <p:spPr>
          <a:xfrm rot="5400000">
            <a:off x="4522788" y="64931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4"/>
          <p:cNvSpPr/>
          <p:nvPr/>
        </p:nvSpPr>
        <p:spPr>
          <a:xfrm rot="5400000">
            <a:off x="8054788" y="93838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4"/>
          <p:cNvSpPr/>
          <p:nvPr/>
        </p:nvSpPr>
        <p:spPr>
          <a:xfrm rot="5400000">
            <a:off x="2853363" y="301738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4"/>
          <p:cNvSpPr/>
          <p:nvPr/>
        </p:nvSpPr>
        <p:spPr>
          <a:xfrm rot="5400000">
            <a:off x="2401288" y="539838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4"/>
          <p:cNvSpPr/>
          <p:nvPr/>
        </p:nvSpPr>
        <p:spPr>
          <a:xfrm rot="10800000">
            <a:off x="1820973" y="3982367"/>
            <a:ext cx="5577954" cy="1242133"/>
          </a:xfrm>
          <a:custGeom>
            <a:rect b="b" l="l" r="r" t="t"/>
            <a:pathLst>
              <a:path extrusionOk="0" h="48554" w="113987">
                <a:moveTo>
                  <a:pt x="1" y="1"/>
                </a:moveTo>
                <a:cubicBezTo>
                  <a:pt x="1664" y="4622"/>
                  <a:pt x="7395" y="8627"/>
                  <a:pt x="14480" y="9243"/>
                </a:cubicBezTo>
                <a:cubicBezTo>
                  <a:pt x="15269" y="9310"/>
                  <a:pt x="16057" y="9341"/>
                  <a:pt x="16844" y="9341"/>
                </a:cubicBezTo>
                <a:cubicBezTo>
                  <a:pt x="26954" y="9341"/>
                  <a:pt x="36902" y="4191"/>
                  <a:pt x="46543" y="4191"/>
                </a:cubicBezTo>
                <a:cubicBezTo>
                  <a:pt x="48520" y="4191"/>
                  <a:pt x="50484" y="4408"/>
                  <a:pt x="52434" y="4930"/>
                </a:cubicBezTo>
                <a:cubicBezTo>
                  <a:pt x="59335" y="6717"/>
                  <a:pt x="63032" y="11831"/>
                  <a:pt x="63833" y="16760"/>
                </a:cubicBezTo>
                <a:cubicBezTo>
                  <a:pt x="64634" y="21750"/>
                  <a:pt x="63155" y="26680"/>
                  <a:pt x="62970" y="31609"/>
                </a:cubicBezTo>
                <a:cubicBezTo>
                  <a:pt x="62847" y="36538"/>
                  <a:pt x="64264" y="41898"/>
                  <a:pt x="69563" y="45349"/>
                </a:cubicBezTo>
                <a:cubicBezTo>
                  <a:pt x="73005" y="47564"/>
                  <a:pt x="77580" y="48553"/>
                  <a:pt x="82312" y="48553"/>
                </a:cubicBezTo>
                <a:cubicBezTo>
                  <a:pt x="88505" y="48553"/>
                  <a:pt x="94967" y="46857"/>
                  <a:pt x="99507" y="43993"/>
                </a:cubicBezTo>
                <a:cubicBezTo>
                  <a:pt x="107579" y="38941"/>
                  <a:pt x="110906" y="31362"/>
                  <a:pt x="112508" y="24030"/>
                </a:cubicBezTo>
                <a:cubicBezTo>
                  <a:pt x="113987" y="17253"/>
                  <a:pt x="112262" y="3821"/>
                  <a:pt x="1038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4"/>
          <p:cNvSpPr/>
          <p:nvPr/>
        </p:nvSpPr>
        <p:spPr>
          <a:xfrm>
            <a:off x="4175688" y="4603443"/>
            <a:ext cx="2419310" cy="861877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4"/>
          <p:cNvSpPr/>
          <p:nvPr/>
        </p:nvSpPr>
        <p:spPr>
          <a:xfrm rot="5400000">
            <a:off x="3798057" y="3940705"/>
            <a:ext cx="969192" cy="1790903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4"/>
          <p:cNvSpPr/>
          <p:nvPr/>
        </p:nvSpPr>
        <p:spPr>
          <a:xfrm rot="-5400000">
            <a:off x="2853375" y="436303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4"/>
          <p:cNvSpPr/>
          <p:nvPr/>
        </p:nvSpPr>
        <p:spPr>
          <a:xfrm rot="-5400000">
            <a:off x="5079550" y="4395431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4"/>
          <p:cNvSpPr/>
          <p:nvPr/>
        </p:nvSpPr>
        <p:spPr>
          <a:xfrm rot="-5400000">
            <a:off x="1555000" y="4841556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4"/>
          <p:cNvSpPr/>
          <p:nvPr/>
        </p:nvSpPr>
        <p:spPr>
          <a:xfrm rot="-5400000">
            <a:off x="6683875" y="4678206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4"/>
          <p:cNvSpPr/>
          <p:nvPr/>
        </p:nvSpPr>
        <p:spPr>
          <a:xfrm rot="-5400000">
            <a:off x="7201050" y="4504906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3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"/>
          <p:cNvSpPr txBox="1"/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15" name="Google Shape;215;p15"/>
          <p:cNvSpPr txBox="1"/>
          <p:nvPr>
            <p:ph hasCustomPrompt="1" idx="2" type="title"/>
          </p:nvPr>
        </p:nvSpPr>
        <p:spPr>
          <a:xfrm>
            <a:off x="884798" y="1499138"/>
            <a:ext cx="32004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16" name="Google Shape;216;p15"/>
          <p:cNvSpPr txBox="1"/>
          <p:nvPr>
            <p:ph idx="1" type="subTitle"/>
          </p:nvPr>
        </p:nvSpPr>
        <p:spPr>
          <a:xfrm>
            <a:off x="1099425" y="2130913"/>
            <a:ext cx="27711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15"/>
          <p:cNvSpPr txBox="1"/>
          <p:nvPr>
            <p:ph hasCustomPrompt="1" idx="3" type="title"/>
          </p:nvPr>
        </p:nvSpPr>
        <p:spPr>
          <a:xfrm>
            <a:off x="5058798" y="1499138"/>
            <a:ext cx="32004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18" name="Google Shape;218;p15"/>
          <p:cNvSpPr txBox="1"/>
          <p:nvPr>
            <p:ph idx="4" type="subTitle"/>
          </p:nvPr>
        </p:nvSpPr>
        <p:spPr>
          <a:xfrm>
            <a:off x="5273425" y="2130925"/>
            <a:ext cx="27711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15"/>
          <p:cNvSpPr txBox="1"/>
          <p:nvPr>
            <p:ph hasCustomPrompt="1" idx="5" type="title"/>
          </p:nvPr>
        </p:nvSpPr>
        <p:spPr>
          <a:xfrm>
            <a:off x="2971798" y="3109475"/>
            <a:ext cx="32004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20" name="Google Shape;220;p15"/>
          <p:cNvSpPr txBox="1"/>
          <p:nvPr>
            <p:ph idx="6" type="subTitle"/>
          </p:nvPr>
        </p:nvSpPr>
        <p:spPr>
          <a:xfrm>
            <a:off x="3186425" y="3740725"/>
            <a:ext cx="277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15"/>
          <p:cNvSpPr/>
          <p:nvPr/>
        </p:nvSpPr>
        <p:spPr>
          <a:xfrm flipH="1" rot="10800000">
            <a:off x="6626826" y="3797502"/>
            <a:ext cx="2810674" cy="1198053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5"/>
          <p:cNvSpPr/>
          <p:nvPr/>
        </p:nvSpPr>
        <p:spPr>
          <a:xfrm flipH="1" rot="10800000">
            <a:off x="6287025" y="4590289"/>
            <a:ext cx="2860647" cy="751611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5"/>
          <p:cNvSpPr/>
          <p:nvPr/>
        </p:nvSpPr>
        <p:spPr>
          <a:xfrm flipH="1">
            <a:off x="6239900" y="47422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5"/>
          <p:cNvSpPr/>
          <p:nvPr/>
        </p:nvSpPr>
        <p:spPr>
          <a:xfrm flipH="1">
            <a:off x="7868588" y="4484088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5"/>
          <p:cNvSpPr/>
          <p:nvPr/>
        </p:nvSpPr>
        <p:spPr>
          <a:xfrm flipH="1">
            <a:off x="7496815" y="4087142"/>
            <a:ext cx="1990610" cy="1054010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5"/>
          <p:cNvSpPr/>
          <p:nvPr/>
        </p:nvSpPr>
        <p:spPr>
          <a:xfrm flipH="1">
            <a:off x="8130075" y="4087150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5"/>
          <p:cNvSpPr/>
          <p:nvPr/>
        </p:nvSpPr>
        <p:spPr>
          <a:xfrm flipH="1">
            <a:off x="8852338" y="3444788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5"/>
          <p:cNvSpPr/>
          <p:nvPr/>
        </p:nvSpPr>
        <p:spPr>
          <a:xfrm flipH="1">
            <a:off x="-249101" y="82083"/>
            <a:ext cx="2810674" cy="1198053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5"/>
          <p:cNvSpPr/>
          <p:nvPr/>
        </p:nvSpPr>
        <p:spPr>
          <a:xfrm flipH="1">
            <a:off x="40728" y="-264262"/>
            <a:ext cx="2860647" cy="751611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5"/>
          <p:cNvSpPr/>
          <p:nvPr/>
        </p:nvSpPr>
        <p:spPr>
          <a:xfrm flipH="1" rot="10800000">
            <a:off x="1156313" y="4300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5"/>
          <p:cNvSpPr/>
          <p:nvPr/>
        </p:nvSpPr>
        <p:spPr>
          <a:xfrm flipH="1" rot="10800000">
            <a:off x="-299025" y="-63514"/>
            <a:ext cx="1990610" cy="1054010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5"/>
          <p:cNvSpPr/>
          <p:nvPr/>
        </p:nvSpPr>
        <p:spPr>
          <a:xfrm flipH="1" rot="10800000">
            <a:off x="959925" y="891788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5"/>
          <p:cNvSpPr/>
          <p:nvPr/>
        </p:nvSpPr>
        <p:spPr>
          <a:xfrm flipH="1">
            <a:off x="2802975" y="2321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5"/>
          <p:cNvSpPr/>
          <p:nvPr/>
        </p:nvSpPr>
        <p:spPr>
          <a:xfrm flipH="1" rot="10800000">
            <a:off x="172563" y="14693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2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"/>
          <p:cNvSpPr txBox="1"/>
          <p:nvPr>
            <p:ph type="title"/>
          </p:nvPr>
        </p:nvSpPr>
        <p:spPr>
          <a:xfrm>
            <a:off x="2129125" y="363275"/>
            <a:ext cx="488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37" name="Google Shape;237;p16"/>
          <p:cNvSpPr/>
          <p:nvPr/>
        </p:nvSpPr>
        <p:spPr>
          <a:xfrm flipH="1">
            <a:off x="-141518" y="-118290"/>
            <a:ext cx="3204343" cy="1651139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6"/>
          <p:cNvSpPr/>
          <p:nvPr/>
        </p:nvSpPr>
        <p:spPr>
          <a:xfrm flipH="1" rot="10800000">
            <a:off x="-241297" y="-72669"/>
            <a:ext cx="2420522" cy="1034218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6"/>
          <p:cNvSpPr/>
          <p:nvPr/>
        </p:nvSpPr>
        <p:spPr>
          <a:xfrm rot="-10484947">
            <a:off x="-697915" y="-411807"/>
            <a:ext cx="1843431" cy="869285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6"/>
          <p:cNvSpPr/>
          <p:nvPr/>
        </p:nvSpPr>
        <p:spPr>
          <a:xfrm flipH="1" rot="10800000">
            <a:off x="1759263" y="45824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6"/>
          <p:cNvSpPr/>
          <p:nvPr/>
        </p:nvSpPr>
        <p:spPr>
          <a:xfrm flipH="1" rot="10800000">
            <a:off x="869351" y="69715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6"/>
          <p:cNvSpPr/>
          <p:nvPr/>
        </p:nvSpPr>
        <p:spPr>
          <a:xfrm flipH="1" rot="10800000">
            <a:off x="91151" y="126233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4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7"/>
          <p:cNvSpPr txBox="1"/>
          <p:nvPr>
            <p:ph type="title"/>
          </p:nvPr>
        </p:nvSpPr>
        <p:spPr>
          <a:xfrm>
            <a:off x="2846475" y="363275"/>
            <a:ext cx="345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45" name="Google Shape;245;p17"/>
          <p:cNvSpPr txBox="1"/>
          <p:nvPr>
            <p:ph idx="1" type="subTitle"/>
          </p:nvPr>
        </p:nvSpPr>
        <p:spPr>
          <a:xfrm>
            <a:off x="788350" y="1645450"/>
            <a:ext cx="27045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246" name="Google Shape;246;p17"/>
          <p:cNvSpPr txBox="1"/>
          <p:nvPr>
            <p:ph idx="2" type="subTitle"/>
          </p:nvPr>
        </p:nvSpPr>
        <p:spPr>
          <a:xfrm>
            <a:off x="538175" y="2255400"/>
            <a:ext cx="3834000" cy="19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200"/>
            </a:lvl1pPr>
            <a:lvl2pPr lvl="1" rtl="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7" name="Google Shape;247;p17"/>
          <p:cNvSpPr txBox="1"/>
          <p:nvPr>
            <p:ph idx="3" type="subTitle"/>
          </p:nvPr>
        </p:nvSpPr>
        <p:spPr>
          <a:xfrm>
            <a:off x="5158975" y="1645450"/>
            <a:ext cx="27045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248" name="Google Shape;248;p17"/>
          <p:cNvSpPr txBox="1"/>
          <p:nvPr>
            <p:ph idx="4" type="subTitle"/>
          </p:nvPr>
        </p:nvSpPr>
        <p:spPr>
          <a:xfrm>
            <a:off x="4771825" y="2255400"/>
            <a:ext cx="3834000" cy="19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200"/>
            </a:lvl1pPr>
            <a:lvl2pPr lvl="1" rtl="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9" name="Google Shape;249;p17"/>
          <p:cNvSpPr/>
          <p:nvPr/>
        </p:nvSpPr>
        <p:spPr>
          <a:xfrm flipH="1" rot="-10350985">
            <a:off x="6450155" y="-124771"/>
            <a:ext cx="3444934" cy="1167477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7"/>
          <p:cNvSpPr/>
          <p:nvPr/>
        </p:nvSpPr>
        <p:spPr>
          <a:xfrm flipH="1">
            <a:off x="8345826" y="984624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7"/>
          <p:cNvSpPr/>
          <p:nvPr/>
        </p:nvSpPr>
        <p:spPr>
          <a:xfrm flipH="1">
            <a:off x="8977776" y="1325449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7"/>
          <p:cNvSpPr/>
          <p:nvPr/>
        </p:nvSpPr>
        <p:spPr>
          <a:xfrm flipH="1">
            <a:off x="6236651" y="18837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7"/>
          <p:cNvSpPr/>
          <p:nvPr/>
        </p:nvSpPr>
        <p:spPr>
          <a:xfrm flipH="1">
            <a:off x="7070376" y="539299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7"/>
          <p:cNvSpPr/>
          <p:nvPr/>
        </p:nvSpPr>
        <p:spPr>
          <a:xfrm>
            <a:off x="7168769" y="-99365"/>
            <a:ext cx="2517610" cy="1041571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7"/>
          <p:cNvSpPr/>
          <p:nvPr/>
        </p:nvSpPr>
        <p:spPr>
          <a:xfrm flipH="1" rot="10800000">
            <a:off x="7678176" y="-210266"/>
            <a:ext cx="2057229" cy="778974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7"/>
          <p:cNvSpPr/>
          <p:nvPr/>
        </p:nvSpPr>
        <p:spPr>
          <a:xfrm rot="10350985">
            <a:off x="-562292" y="-173408"/>
            <a:ext cx="3444934" cy="1167477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7"/>
          <p:cNvSpPr/>
          <p:nvPr/>
        </p:nvSpPr>
        <p:spPr>
          <a:xfrm>
            <a:off x="823471" y="935986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7"/>
          <p:cNvSpPr/>
          <p:nvPr/>
        </p:nvSpPr>
        <p:spPr>
          <a:xfrm>
            <a:off x="256621" y="1276811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7"/>
          <p:cNvSpPr/>
          <p:nvPr/>
        </p:nvSpPr>
        <p:spPr>
          <a:xfrm>
            <a:off x="2997746" y="139736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7"/>
          <p:cNvSpPr/>
          <p:nvPr/>
        </p:nvSpPr>
        <p:spPr>
          <a:xfrm>
            <a:off x="2164021" y="490661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7"/>
          <p:cNvSpPr/>
          <p:nvPr/>
        </p:nvSpPr>
        <p:spPr>
          <a:xfrm flipH="1">
            <a:off x="-353582" y="-148002"/>
            <a:ext cx="2517610" cy="1041571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7"/>
          <p:cNvSpPr/>
          <p:nvPr/>
        </p:nvSpPr>
        <p:spPr>
          <a:xfrm rot="10800000">
            <a:off x="-402608" y="-258904"/>
            <a:ext cx="2057229" cy="778974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CUSTOM_5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8"/>
          <p:cNvSpPr txBox="1"/>
          <p:nvPr>
            <p:ph type="title"/>
          </p:nvPr>
        </p:nvSpPr>
        <p:spPr>
          <a:xfrm>
            <a:off x="2141950" y="1922950"/>
            <a:ext cx="4860000" cy="8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65" name="Google Shape;265;p18"/>
          <p:cNvSpPr txBox="1"/>
          <p:nvPr>
            <p:ph idx="1" type="subTitle"/>
          </p:nvPr>
        </p:nvSpPr>
        <p:spPr>
          <a:xfrm>
            <a:off x="2142050" y="2757125"/>
            <a:ext cx="4860000" cy="49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18"/>
          <p:cNvSpPr/>
          <p:nvPr/>
        </p:nvSpPr>
        <p:spPr>
          <a:xfrm rot="-5400000">
            <a:off x="-1029861" y="815281"/>
            <a:ext cx="4058317" cy="1729782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8"/>
          <p:cNvSpPr/>
          <p:nvPr/>
        </p:nvSpPr>
        <p:spPr>
          <a:xfrm rot="-5400000">
            <a:off x="-1888219" y="1592238"/>
            <a:ext cx="4130269" cy="1085168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8"/>
          <p:cNvSpPr/>
          <p:nvPr/>
        </p:nvSpPr>
        <p:spPr>
          <a:xfrm rot="5400000">
            <a:off x="387256" y="3610781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8"/>
          <p:cNvSpPr/>
          <p:nvPr/>
        </p:nvSpPr>
        <p:spPr>
          <a:xfrm rot="5400000">
            <a:off x="603369" y="1722219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8"/>
          <p:cNvSpPr/>
          <p:nvPr/>
        </p:nvSpPr>
        <p:spPr>
          <a:xfrm rot="5400000">
            <a:off x="-751978" y="255224"/>
            <a:ext cx="2874201" cy="1521816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8"/>
          <p:cNvSpPr/>
          <p:nvPr/>
        </p:nvSpPr>
        <p:spPr>
          <a:xfrm rot="5400000">
            <a:off x="1033906" y="1143081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8"/>
          <p:cNvSpPr/>
          <p:nvPr/>
        </p:nvSpPr>
        <p:spPr>
          <a:xfrm rot="5400000">
            <a:off x="1978444" y="20094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8"/>
          <p:cNvSpPr/>
          <p:nvPr/>
        </p:nvSpPr>
        <p:spPr>
          <a:xfrm rot="5400000">
            <a:off x="6115544" y="2556136"/>
            <a:ext cx="4058317" cy="1729782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8"/>
          <p:cNvSpPr/>
          <p:nvPr/>
        </p:nvSpPr>
        <p:spPr>
          <a:xfrm rot="5400000">
            <a:off x="6901950" y="2423794"/>
            <a:ext cx="4130269" cy="1085168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8"/>
          <p:cNvSpPr/>
          <p:nvPr/>
        </p:nvSpPr>
        <p:spPr>
          <a:xfrm rot="-5400000">
            <a:off x="8658344" y="139171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8"/>
          <p:cNvSpPr/>
          <p:nvPr/>
        </p:nvSpPr>
        <p:spPr>
          <a:xfrm rot="-5400000">
            <a:off x="8377131" y="321548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8"/>
          <p:cNvSpPr/>
          <p:nvPr/>
        </p:nvSpPr>
        <p:spPr>
          <a:xfrm rot="-5400000">
            <a:off x="7021777" y="3324160"/>
            <a:ext cx="2874201" cy="1521816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8"/>
          <p:cNvSpPr/>
          <p:nvPr/>
        </p:nvSpPr>
        <p:spPr>
          <a:xfrm rot="-5400000">
            <a:off x="8011694" y="385941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8"/>
          <p:cNvSpPr/>
          <p:nvPr/>
        </p:nvSpPr>
        <p:spPr>
          <a:xfrm rot="-5400000">
            <a:off x="7002056" y="491760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6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9"/>
          <p:cNvSpPr txBox="1"/>
          <p:nvPr>
            <p:ph type="title"/>
          </p:nvPr>
        </p:nvSpPr>
        <p:spPr>
          <a:xfrm>
            <a:off x="3145775" y="363275"/>
            <a:ext cx="2852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82" name="Google Shape;282;p19"/>
          <p:cNvSpPr txBox="1"/>
          <p:nvPr>
            <p:ph idx="1" type="subTitle"/>
          </p:nvPr>
        </p:nvSpPr>
        <p:spPr>
          <a:xfrm>
            <a:off x="3328941" y="1904475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283" name="Google Shape;283;p19"/>
          <p:cNvSpPr txBox="1"/>
          <p:nvPr>
            <p:ph idx="2" type="subTitle"/>
          </p:nvPr>
        </p:nvSpPr>
        <p:spPr>
          <a:xfrm>
            <a:off x="3610941" y="2223600"/>
            <a:ext cx="1922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19"/>
          <p:cNvSpPr txBox="1"/>
          <p:nvPr>
            <p:ph idx="3" type="subTitle"/>
          </p:nvPr>
        </p:nvSpPr>
        <p:spPr>
          <a:xfrm>
            <a:off x="659663" y="1904475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285" name="Google Shape;285;p19"/>
          <p:cNvSpPr txBox="1"/>
          <p:nvPr>
            <p:ph idx="4" type="subTitle"/>
          </p:nvPr>
        </p:nvSpPr>
        <p:spPr>
          <a:xfrm>
            <a:off x="941663" y="2223600"/>
            <a:ext cx="1922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19"/>
          <p:cNvSpPr txBox="1"/>
          <p:nvPr>
            <p:ph idx="5" type="subTitle"/>
          </p:nvPr>
        </p:nvSpPr>
        <p:spPr>
          <a:xfrm>
            <a:off x="3328941" y="381450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287" name="Google Shape;287;p19"/>
          <p:cNvSpPr txBox="1"/>
          <p:nvPr>
            <p:ph idx="6" type="subTitle"/>
          </p:nvPr>
        </p:nvSpPr>
        <p:spPr>
          <a:xfrm>
            <a:off x="3610941" y="4133628"/>
            <a:ext cx="1922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19"/>
          <p:cNvSpPr txBox="1"/>
          <p:nvPr>
            <p:ph idx="7" type="subTitle"/>
          </p:nvPr>
        </p:nvSpPr>
        <p:spPr>
          <a:xfrm>
            <a:off x="659663" y="381450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289" name="Google Shape;289;p19"/>
          <p:cNvSpPr txBox="1"/>
          <p:nvPr>
            <p:ph idx="8" type="subTitle"/>
          </p:nvPr>
        </p:nvSpPr>
        <p:spPr>
          <a:xfrm>
            <a:off x="941663" y="4133628"/>
            <a:ext cx="1922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19"/>
          <p:cNvSpPr txBox="1"/>
          <p:nvPr>
            <p:ph idx="9" type="subTitle"/>
          </p:nvPr>
        </p:nvSpPr>
        <p:spPr>
          <a:xfrm>
            <a:off x="5998216" y="1904475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291" name="Google Shape;291;p19"/>
          <p:cNvSpPr txBox="1"/>
          <p:nvPr>
            <p:ph idx="13" type="subTitle"/>
          </p:nvPr>
        </p:nvSpPr>
        <p:spPr>
          <a:xfrm>
            <a:off x="6280216" y="2223600"/>
            <a:ext cx="1922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19"/>
          <p:cNvSpPr txBox="1"/>
          <p:nvPr>
            <p:ph idx="14" type="subTitle"/>
          </p:nvPr>
        </p:nvSpPr>
        <p:spPr>
          <a:xfrm>
            <a:off x="5998216" y="381450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293" name="Google Shape;293;p19"/>
          <p:cNvSpPr txBox="1"/>
          <p:nvPr>
            <p:ph idx="15" type="subTitle"/>
          </p:nvPr>
        </p:nvSpPr>
        <p:spPr>
          <a:xfrm>
            <a:off x="6280216" y="4133628"/>
            <a:ext cx="1922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19"/>
          <p:cNvSpPr/>
          <p:nvPr/>
        </p:nvSpPr>
        <p:spPr>
          <a:xfrm>
            <a:off x="5587299" y="-209550"/>
            <a:ext cx="6890071" cy="880003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9"/>
          <p:cNvSpPr/>
          <p:nvPr/>
        </p:nvSpPr>
        <p:spPr>
          <a:xfrm flipH="1" rot="10800000">
            <a:off x="6906325" y="-525151"/>
            <a:ext cx="2379314" cy="972101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9"/>
          <p:cNvSpPr/>
          <p:nvPr/>
        </p:nvSpPr>
        <p:spPr>
          <a:xfrm rot="-3279262">
            <a:off x="7901589" y="-973008"/>
            <a:ext cx="1404819" cy="2093810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9"/>
          <p:cNvSpPr/>
          <p:nvPr/>
        </p:nvSpPr>
        <p:spPr>
          <a:xfrm rot="10800000">
            <a:off x="6406991" y="11359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9"/>
          <p:cNvSpPr/>
          <p:nvPr/>
        </p:nvSpPr>
        <p:spPr>
          <a:xfrm rot="10800000">
            <a:off x="8154416" y="349868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9"/>
          <p:cNvSpPr/>
          <p:nvPr/>
        </p:nvSpPr>
        <p:spPr>
          <a:xfrm rot="10800000">
            <a:off x="7681066" y="739068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9"/>
          <p:cNvSpPr/>
          <p:nvPr/>
        </p:nvSpPr>
        <p:spPr>
          <a:xfrm flipH="1">
            <a:off x="-3333926" y="-210750"/>
            <a:ext cx="6890071" cy="880003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9"/>
          <p:cNvSpPr/>
          <p:nvPr/>
        </p:nvSpPr>
        <p:spPr>
          <a:xfrm rot="10800000">
            <a:off x="-142195" y="-526351"/>
            <a:ext cx="2379314" cy="972101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9"/>
          <p:cNvSpPr/>
          <p:nvPr/>
        </p:nvSpPr>
        <p:spPr>
          <a:xfrm flipH="1" rot="3279262">
            <a:off x="-162965" y="-974208"/>
            <a:ext cx="1404819" cy="2093810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9"/>
          <p:cNvSpPr/>
          <p:nvPr/>
        </p:nvSpPr>
        <p:spPr>
          <a:xfrm flipH="1" rot="10800000">
            <a:off x="2572953" y="11239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9"/>
          <p:cNvSpPr/>
          <p:nvPr/>
        </p:nvSpPr>
        <p:spPr>
          <a:xfrm flipH="1" rot="10800000">
            <a:off x="890628" y="348668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9"/>
          <p:cNvSpPr/>
          <p:nvPr/>
        </p:nvSpPr>
        <p:spPr>
          <a:xfrm flipH="1" rot="10800000">
            <a:off x="201303" y="105274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9"/>
          <p:cNvSpPr/>
          <p:nvPr/>
        </p:nvSpPr>
        <p:spPr>
          <a:xfrm flipH="1" rot="10800000">
            <a:off x="1363978" y="737868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9"/>
          <p:cNvSpPr/>
          <p:nvPr/>
        </p:nvSpPr>
        <p:spPr>
          <a:xfrm rot="10800000">
            <a:off x="8843741" y="105394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7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0"/>
          <p:cNvSpPr txBox="1"/>
          <p:nvPr>
            <p:ph type="title"/>
          </p:nvPr>
        </p:nvSpPr>
        <p:spPr>
          <a:xfrm>
            <a:off x="1543350" y="363275"/>
            <a:ext cx="605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0" name="Google Shape;310;p20"/>
          <p:cNvSpPr txBox="1"/>
          <p:nvPr>
            <p:ph idx="1" type="subTitle"/>
          </p:nvPr>
        </p:nvSpPr>
        <p:spPr>
          <a:xfrm>
            <a:off x="4875632" y="1904475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311" name="Google Shape;311;p20"/>
          <p:cNvSpPr txBox="1"/>
          <p:nvPr>
            <p:ph idx="2" type="subTitle"/>
          </p:nvPr>
        </p:nvSpPr>
        <p:spPr>
          <a:xfrm>
            <a:off x="5157563" y="2223600"/>
            <a:ext cx="1922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20"/>
          <p:cNvSpPr txBox="1"/>
          <p:nvPr>
            <p:ph idx="3" type="subTitle"/>
          </p:nvPr>
        </p:nvSpPr>
        <p:spPr>
          <a:xfrm>
            <a:off x="1782263" y="1904475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313" name="Google Shape;313;p20"/>
          <p:cNvSpPr txBox="1"/>
          <p:nvPr>
            <p:ph idx="4" type="subTitle"/>
          </p:nvPr>
        </p:nvSpPr>
        <p:spPr>
          <a:xfrm>
            <a:off x="2064375" y="2223600"/>
            <a:ext cx="1922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20"/>
          <p:cNvSpPr txBox="1"/>
          <p:nvPr>
            <p:ph idx="5" type="subTitle"/>
          </p:nvPr>
        </p:nvSpPr>
        <p:spPr>
          <a:xfrm>
            <a:off x="4875600" y="381450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315" name="Google Shape;315;p20"/>
          <p:cNvSpPr txBox="1"/>
          <p:nvPr>
            <p:ph idx="6" type="subTitle"/>
          </p:nvPr>
        </p:nvSpPr>
        <p:spPr>
          <a:xfrm>
            <a:off x="5157563" y="4133628"/>
            <a:ext cx="1922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20"/>
          <p:cNvSpPr txBox="1"/>
          <p:nvPr>
            <p:ph idx="7" type="subTitle"/>
          </p:nvPr>
        </p:nvSpPr>
        <p:spPr>
          <a:xfrm>
            <a:off x="1782263" y="381450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317" name="Google Shape;317;p20"/>
          <p:cNvSpPr txBox="1"/>
          <p:nvPr>
            <p:ph idx="8" type="subTitle"/>
          </p:nvPr>
        </p:nvSpPr>
        <p:spPr>
          <a:xfrm>
            <a:off x="2064375" y="4133628"/>
            <a:ext cx="1922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20"/>
          <p:cNvSpPr/>
          <p:nvPr/>
        </p:nvSpPr>
        <p:spPr>
          <a:xfrm flipH="1" rot="-5400000">
            <a:off x="-3096997" y="2192121"/>
            <a:ext cx="6890071" cy="880003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0"/>
          <p:cNvSpPr/>
          <p:nvPr/>
        </p:nvSpPr>
        <p:spPr>
          <a:xfrm rot="5400000">
            <a:off x="-1921300" y="3098438"/>
            <a:ext cx="4271825" cy="1177450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0"/>
          <p:cNvSpPr/>
          <p:nvPr/>
        </p:nvSpPr>
        <p:spPr>
          <a:xfrm flipH="1" rot="147">
            <a:off x="-401896" y="3180097"/>
            <a:ext cx="1404839" cy="2093848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0"/>
          <p:cNvSpPr/>
          <p:nvPr/>
        </p:nvSpPr>
        <p:spPr>
          <a:xfrm flipH="1" rot="-5400000">
            <a:off x="839461" y="3864564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0"/>
          <p:cNvSpPr/>
          <p:nvPr/>
        </p:nvSpPr>
        <p:spPr>
          <a:xfrm flipH="1" rot="-5400000">
            <a:off x="376511" y="1084989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0"/>
          <p:cNvSpPr/>
          <p:nvPr/>
        </p:nvSpPr>
        <p:spPr>
          <a:xfrm flipH="1" rot="-5400000">
            <a:off x="948986" y="173088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0"/>
          <p:cNvSpPr/>
          <p:nvPr/>
        </p:nvSpPr>
        <p:spPr>
          <a:xfrm flipH="1" rot="5400000">
            <a:off x="5330692" y="2192121"/>
            <a:ext cx="6890071" cy="880003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0"/>
          <p:cNvSpPr/>
          <p:nvPr/>
        </p:nvSpPr>
        <p:spPr>
          <a:xfrm rot="-5400000">
            <a:off x="6773240" y="988358"/>
            <a:ext cx="4271825" cy="1177450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0"/>
          <p:cNvSpPr/>
          <p:nvPr/>
        </p:nvSpPr>
        <p:spPr>
          <a:xfrm flipH="1" rot="-10799853">
            <a:off x="8120822" y="-9700"/>
            <a:ext cx="1404839" cy="2093848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0"/>
          <p:cNvSpPr/>
          <p:nvPr/>
        </p:nvSpPr>
        <p:spPr>
          <a:xfrm flipH="1" rot="5400000">
            <a:off x="7855079" y="511882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0"/>
          <p:cNvSpPr/>
          <p:nvPr/>
        </p:nvSpPr>
        <p:spPr>
          <a:xfrm flipH="1" rot="5400000">
            <a:off x="8120804" y="1236182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0"/>
          <p:cNvSpPr/>
          <p:nvPr/>
        </p:nvSpPr>
        <p:spPr>
          <a:xfrm flipH="1" rot="5400000">
            <a:off x="8583754" y="4015757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0"/>
          <p:cNvSpPr/>
          <p:nvPr/>
        </p:nvSpPr>
        <p:spPr>
          <a:xfrm flipH="1" rot="5400000">
            <a:off x="8076379" y="3434657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0"/>
          <p:cNvSpPr/>
          <p:nvPr/>
        </p:nvSpPr>
        <p:spPr>
          <a:xfrm flipH="1" rot="-5400000">
            <a:off x="1170286" y="465366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8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1"/>
          <p:cNvSpPr txBox="1"/>
          <p:nvPr>
            <p:ph type="title"/>
          </p:nvPr>
        </p:nvSpPr>
        <p:spPr>
          <a:xfrm flipH="1">
            <a:off x="959002" y="2019725"/>
            <a:ext cx="3931200" cy="6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/>
        </p:txBody>
      </p:sp>
      <p:sp>
        <p:nvSpPr>
          <p:cNvPr id="334" name="Google Shape;334;p21"/>
          <p:cNvSpPr txBox="1"/>
          <p:nvPr>
            <p:ph idx="1" type="subTitle"/>
          </p:nvPr>
        </p:nvSpPr>
        <p:spPr>
          <a:xfrm flipH="1">
            <a:off x="959090" y="2565775"/>
            <a:ext cx="2998800" cy="5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Josefin Sans"/>
              <a:buNone/>
              <a:defRPr sz="15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21"/>
          <p:cNvSpPr/>
          <p:nvPr/>
        </p:nvSpPr>
        <p:spPr>
          <a:xfrm flipH="1" rot="-132439">
            <a:off x="305871" y="-39916"/>
            <a:ext cx="4818716" cy="780968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1"/>
          <p:cNvSpPr/>
          <p:nvPr/>
        </p:nvSpPr>
        <p:spPr>
          <a:xfrm flipH="1">
            <a:off x="402459" y="-132676"/>
            <a:ext cx="2393629" cy="966464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1"/>
          <p:cNvSpPr/>
          <p:nvPr/>
        </p:nvSpPr>
        <p:spPr>
          <a:xfrm flipH="1" rot="10800000">
            <a:off x="-272112" y="-10878"/>
            <a:ext cx="2096898" cy="98915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1"/>
          <p:cNvSpPr/>
          <p:nvPr/>
        </p:nvSpPr>
        <p:spPr>
          <a:xfrm flipH="1" rot="10800000">
            <a:off x="402451" y="1086487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1"/>
          <p:cNvSpPr/>
          <p:nvPr/>
        </p:nvSpPr>
        <p:spPr>
          <a:xfrm flipH="1" rot="10800000">
            <a:off x="1153051" y="648062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1"/>
          <p:cNvSpPr/>
          <p:nvPr/>
        </p:nvSpPr>
        <p:spPr>
          <a:xfrm flipH="1" rot="10800000">
            <a:off x="2859751" y="301212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1"/>
          <p:cNvSpPr/>
          <p:nvPr/>
        </p:nvSpPr>
        <p:spPr>
          <a:xfrm rot="-10667561">
            <a:off x="305871" y="4393835"/>
            <a:ext cx="4818716" cy="780968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1"/>
          <p:cNvSpPr/>
          <p:nvPr/>
        </p:nvSpPr>
        <p:spPr>
          <a:xfrm rot="10800000">
            <a:off x="402459" y="4301097"/>
            <a:ext cx="2393629" cy="966464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1"/>
          <p:cNvSpPr/>
          <p:nvPr/>
        </p:nvSpPr>
        <p:spPr>
          <a:xfrm>
            <a:off x="-272112" y="4156612"/>
            <a:ext cx="2096898" cy="98915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1"/>
          <p:cNvSpPr/>
          <p:nvPr/>
        </p:nvSpPr>
        <p:spPr>
          <a:xfrm>
            <a:off x="402451" y="3949699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1"/>
          <p:cNvSpPr/>
          <p:nvPr/>
        </p:nvSpPr>
        <p:spPr>
          <a:xfrm>
            <a:off x="1153051" y="438812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1"/>
          <p:cNvSpPr/>
          <p:nvPr/>
        </p:nvSpPr>
        <p:spPr>
          <a:xfrm>
            <a:off x="2859751" y="473497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1"/>
          <p:cNvSpPr/>
          <p:nvPr/>
        </p:nvSpPr>
        <p:spPr>
          <a:xfrm>
            <a:off x="5246676" y="4818274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1"/>
          <p:cNvSpPr/>
          <p:nvPr/>
        </p:nvSpPr>
        <p:spPr>
          <a:xfrm flipH="1" rot="10800000">
            <a:off x="5246676" y="153112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7_1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2"/>
          <p:cNvSpPr txBox="1"/>
          <p:nvPr>
            <p:ph type="title"/>
          </p:nvPr>
        </p:nvSpPr>
        <p:spPr>
          <a:xfrm>
            <a:off x="2693850" y="363275"/>
            <a:ext cx="3756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1" name="Google Shape;351;p22"/>
          <p:cNvSpPr txBox="1"/>
          <p:nvPr>
            <p:ph idx="1" type="subTitle"/>
          </p:nvPr>
        </p:nvSpPr>
        <p:spPr>
          <a:xfrm>
            <a:off x="4655852" y="1414900"/>
            <a:ext cx="30453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352" name="Google Shape;352;p22"/>
          <p:cNvSpPr txBox="1"/>
          <p:nvPr>
            <p:ph idx="2" type="subTitle"/>
          </p:nvPr>
        </p:nvSpPr>
        <p:spPr>
          <a:xfrm>
            <a:off x="4958476" y="1734025"/>
            <a:ext cx="2439900" cy="10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22"/>
          <p:cNvSpPr txBox="1"/>
          <p:nvPr>
            <p:ph idx="3" type="subTitle"/>
          </p:nvPr>
        </p:nvSpPr>
        <p:spPr>
          <a:xfrm>
            <a:off x="1442838" y="1414900"/>
            <a:ext cx="30453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354" name="Google Shape;354;p22"/>
          <p:cNvSpPr txBox="1"/>
          <p:nvPr>
            <p:ph idx="4" type="subTitle"/>
          </p:nvPr>
        </p:nvSpPr>
        <p:spPr>
          <a:xfrm>
            <a:off x="1745688" y="1734025"/>
            <a:ext cx="2439900" cy="10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55" name="Google Shape;355;p22"/>
          <p:cNvSpPr txBox="1"/>
          <p:nvPr>
            <p:ph idx="5" type="subTitle"/>
          </p:nvPr>
        </p:nvSpPr>
        <p:spPr>
          <a:xfrm>
            <a:off x="4655812" y="3160150"/>
            <a:ext cx="30453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356" name="Google Shape;356;p22"/>
          <p:cNvSpPr txBox="1"/>
          <p:nvPr>
            <p:ph idx="6" type="subTitle"/>
          </p:nvPr>
        </p:nvSpPr>
        <p:spPr>
          <a:xfrm>
            <a:off x="4958476" y="3479274"/>
            <a:ext cx="2439900" cy="10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22"/>
          <p:cNvSpPr txBox="1"/>
          <p:nvPr>
            <p:ph idx="7" type="subTitle"/>
          </p:nvPr>
        </p:nvSpPr>
        <p:spPr>
          <a:xfrm>
            <a:off x="1442838" y="3160150"/>
            <a:ext cx="30453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358" name="Google Shape;358;p22"/>
          <p:cNvSpPr txBox="1"/>
          <p:nvPr>
            <p:ph idx="8" type="subTitle"/>
          </p:nvPr>
        </p:nvSpPr>
        <p:spPr>
          <a:xfrm>
            <a:off x="1745688" y="3479274"/>
            <a:ext cx="2439900" cy="10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22"/>
          <p:cNvSpPr/>
          <p:nvPr/>
        </p:nvSpPr>
        <p:spPr>
          <a:xfrm flipH="1" rot="-5532439">
            <a:off x="-2045052" y="2322174"/>
            <a:ext cx="4818716" cy="780968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2"/>
          <p:cNvSpPr/>
          <p:nvPr/>
        </p:nvSpPr>
        <p:spPr>
          <a:xfrm flipH="1" rot="-5400000">
            <a:off x="-832519" y="2826431"/>
            <a:ext cx="2393629" cy="966464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2"/>
          <p:cNvSpPr/>
          <p:nvPr/>
        </p:nvSpPr>
        <p:spPr>
          <a:xfrm flipH="1" rot="5400000">
            <a:off x="-551012" y="3638024"/>
            <a:ext cx="2096898" cy="98915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2"/>
          <p:cNvSpPr/>
          <p:nvPr/>
        </p:nvSpPr>
        <p:spPr>
          <a:xfrm flipH="1" rot="5400000">
            <a:off x="1100376" y="4407937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2"/>
          <p:cNvSpPr/>
          <p:nvPr/>
        </p:nvSpPr>
        <p:spPr>
          <a:xfrm flipH="1" rot="5400000">
            <a:off x="661951" y="3657337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2"/>
          <p:cNvSpPr/>
          <p:nvPr/>
        </p:nvSpPr>
        <p:spPr>
          <a:xfrm flipH="1" rot="5400000">
            <a:off x="315101" y="1950637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2"/>
          <p:cNvSpPr/>
          <p:nvPr/>
        </p:nvSpPr>
        <p:spPr>
          <a:xfrm flipH="1" rot="5400000">
            <a:off x="458251" y="248212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2"/>
          <p:cNvSpPr/>
          <p:nvPr/>
        </p:nvSpPr>
        <p:spPr>
          <a:xfrm flipH="1" rot="5267561">
            <a:off x="6370324" y="1912069"/>
            <a:ext cx="4818716" cy="780968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2"/>
          <p:cNvSpPr/>
          <p:nvPr/>
        </p:nvSpPr>
        <p:spPr>
          <a:xfrm flipH="1" rot="5400000">
            <a:off x="7582879" y="1222315"/>
            <a:ext cx="2393629" cy="966464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2"/>
          <p:cNvSpPr/>
          <p:nvPr/>
        </p:nvSpPr>
        <p:spPr>
          <a:xfrm flipH="1" rot="-5400000">
            <a:off x="7598103" y="388035"/>
            <a:ext cx="2096898" cy="98915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2"/>
          <p:cNvSpPr/>
          <p:nvPr/>
        </p:nvSpPr>
        <p:spPr>
          <a:xfrm flipH="1" rot="-5400000">
            <a:off x="7945213" y="508574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2"/>
          <p:cNvSpPr/>
          <p:nvPr/>
        </p:nvSpPr>
        <p:spPr>
          <a:xfrm flipH="1" rot="-5400000">
            <a:off x="8383638" y="125917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2"/>
          <p:cNvSpPr/>
          <p:nvPr/>
        </p:nvSpPr>
        <p:spPr>
          <a:xfrm flipH="1" rot="-5400000">
            <a:off x="8730488" y="296587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2"/>
          <p:cNvSpPr/>
          <p:nvPr/>
        </p:nvSpPr>
        <p:spPr>
          <a:xfrm flipH="1" rot="-5400000">
            <a:off x="8522238" y="4603499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">
  <p:cSld name="CUSTOM_9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3"/>
          <p:cNvSpPr txBox="1"/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375" name="Google Shape;375;p23"/>
          <p:cNvSpPr txBox="1"/>
          <p:nvPr>
            <p:ph idx="1" type="subTitle"/>
          </p:nvPr>
        </p:nvSpPr>
        <p:spPr>
          <a:xfrm>
            <a:off x="3328957" y="234355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376" name="Google Shape;376;p23"/>
          <p:cNvSpPr txBox="1"/>
          <p:nvPr>
            <p:ph idx="2" type="subTitle"/>
          </p:nvPr>
        </p:nvSpPr>
        <p:spPr>
          <a:xfrm>
            <a:off x="3482707" y="2662675"/>
            <a:ext cx="21786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77" name="Google Shape;377;p23"/>
          <p:cNvSpPr txBox="1"/>
          <p:nvPr>
            <p:ph idx="3" type="subTitle"/>
          </p:nvPr>
        </p:nvSpPr>
        <p:spPr>
          <a:xfrm>
            <a:off x="791813" y="234355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378" name="Google Shape;378;p23"/>
          <p:cNvSpPr txBox="1"/>
          <p:nvPr>
            <p:ph idx="4" type="subTitle"/>
          </p:nvPr>
        </p:nvSpPr>
        <p:spPr>
          <a:xfrm>
            <a:off x="945563" y="2662675"/>
            <a:ext cx="21786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p23"/>
          <p:cNvSpPr txBox="1"/>
          <p:nvPr>
            <p:ph idx="5" type="subTitle"/>
          </p:nvPr>
        </p:nvSpPr>
        <p:spPr>
          <a:xfrm>
            <a:off x="5866075" y="234355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380" name="Google Shape;380;p23"/>
          <p:cNvSpPr txBox="1"/>
          <p:nvPr>
            <p:ph idx="6" type="subTitle"/>
          </p:nvPr>
        </p:nvSpPr>
        <p:spPr>
          <a:xfrm>
            <a:off x="6019825" y="2662675"/>
            <a:ext cx="21786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23"/>
          <p:cNvSpPr/>
          <p:nvPr/>
        </p:nvSpPr>
        <p:spPr>
          <a:xfrm rot="10800000">
            <a:off x="2531291" y="4235323"/>
            <a:ext cx="5428956" cy="1009852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3"/>
          <p:cNvSpPr/>
          <p:nvPr/>
        </p:nvSpPr>
        <p:spPr>
          <a:xfrm rot="5400000">
            <a:off x="3108924" y="2854084"/>
            <a:ext cx="1442280" cy="3563817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3"/>
          <p:cNvSpPr/>
          <p:nvPr/>
        </p:nvSpPr>
        <p:spPr>
          <a:xfrm>
            <a:off x="3682950" y="4420625"/>
            <a:ext cx="2132100" cy="123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3"/>
          <p:cNvSpPr/>
          <p:nvPr/>
        </p:nvSpPr>
        <p:spPr>
          <a:xfrm flipH="1" rot="10800000">
            <a:off x="3968688" y="407182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3"/>
          <p:cNvSpPr/>
          <p:nvPr/>
        </p:nvSpPr>
        <p:spPr>
          <a:xfrm flipH="1" rot="10800000">
            <a:off x="5921426" y="455415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3"/>
          <p:cNvSpPr/>
          <p:nvPr/>
        </p:nvSpPr>
        <p:spPr>
          <a:xfrm flipH="1" rot="10800000">
            <a:off x="1267213" y="452174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3"/>
          <p:cNvSpPr/>
          <p:nvPr/>
        </p:nvSpPr>
        <p:spPr>
          <a:xfrm flipH="1" rot="10800000">
            <a:off x="8100026" y="475290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3"/>
          <p:cNvSpPr/>
          <p:nvPr/>
        </p:nvSpPr>
        <p:spPr>
          <a:xfrm flipH="1" rot="10800000">
            <a:off x="6505813" y="485159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3"/>
          <p:cNvSpPr/>
          <p:nvPr/>
        </p:nvSpPr>
        <p:spPr>
          <a:xfrm flipH="1" rot="10800000">
            <a:off x="1985676" y="410423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0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4"/>
          <p:cNvSpPr txBox="1"/>
          <p:nvPr>
            <p:ph type="title"/>
          </p:nvPr>
        </p:nvSpPr>
        <p:spPr>
          <a:xfrm>
            <a:off x="2571750" y="363275"/>
            <a:ext cx="400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392" name="Google Shape;392;p24"/>
          <p:cNvSpPr txBox="1"/>
          <p:nvPr>
            <p:ph idx="1" type="subTitle"/>
          </p:nvPr>
        </p:nvSpPr>
        <p:spPr>
          <a:xfrm>
            <a:off x="5091350" y="3794700"/>
            <a:ext cx="22056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393" name="Google Shape;393;p24"/>
          <p:cNvSpPr txBox="1"/>
          <p:nvPr>
            <p:ph idx="2" type="subTitle"/>
          </p:nvPr>
        </p:nvSpPr>
        <p:spPr>
          <a:xfrm>
            <a:off x="4948200" y="4089750"/>
            <a:ext cx="2488200" cy="64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24"/>
          <p:cNvSpPr txBox="1"/>
          <p:nvPr>
            <p:ph idx="3" type="subTitle"/>
          </p:nvPr>
        </p:nvSpPr>
        <p:spPr>
          <a:xfrm>
            <a:off x="1901200" y="3794700"/>
            <a:ext cx="2007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395" name="Google Shape;395;p24"/>
          <p:cNvSpPr txBox="1"/>
          <p:nvPr>
            <p:ph idx="4" type="subTitle"/>
          </p:nvPr>
        </p:nvSpPr>
        <p:spPr>
          <a:xfrm>
            <a:off x="1800500" y="4089750"/>
            <a:ext cx="2205600" cy="64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24"/>
          <p:cNvSpPr/>
          <p:nvPr/>
        </p:nvSpPr>
        <p:spPr>
          <a:xfrm rot="-5400000">
            <a:off x="-687297" y="596629"/>
            <a:ext cx="2810674" cy="1198053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4"/>
          <p:cNvSpPr/>
          <p:nvPr/>
        </p:nvSpPr>
        <p:spPr>
          <a:xfrm rot="-5400000">
            <a:off x="-1281850" y="1134665"/>
            <a:ext cx="2860647" cy="751611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4"/>
          <p:cNvSpPr/>
          <p:nvPr/>
        </p:nvSpPr>
        <p:spPr>
          <a:xfrm rot="5400000">
            <a:off x="466981" y="119573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4"/>
          <p:cNvSpPr/>
          <p:nvPr/>
        </p:nvSpPr>
        <p:spPr>
          <a:xfrm rot="5400000">
            <a:off x="-494883" y="208694"/>
            <a:ext cx="1990610" cy="1054010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4"/>
          <p:cNvSpPr/>
          <p:nvPr/>
        </p:nvSpPr>
        <p:spPr>
          <a:xfrm rot="5400000">
            <a:off x="928869" y="99919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4"/>
          <p:cNvSpPr/>
          <p:nvPr/>
        </p:nvSpPr>
        <p:spPr>
          <a:xfrm rot="-5400000">
            <a:off x="269256" y="284224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4"/>
          <p:cNvSpPr/>
          <p:nvPr/>
        </p:nvSpPr>
        <p:spPr>
          <a:xfrm rot="5400000">
            <a:off x="7087547" y="3261706"/>
            <a:ext cx="2810674" cy="1198053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4"/>
          <p:cNvSpPr/>
          <p:nvPr/>
        </p:nvSpPr>
        <p:spPr>
          <a:xfrm rot="5400000">
            <a:off x="7632127" y="3170112"/>
            <a:ext cx="2860647" cy="751611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4"/>
          <p:cNvSpPr/>
          <p:nvPr/>
        </p:nvSpPr>
        <p:spPr>
          <a:xfrm rot="-5400000">
            <a:off x="8580444" y="369715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4"/>
          <p:cNvSpPr/>
          <p:nvPr/>
        </p:nvSpPr>
        <p:spPr>
          <a:xfrm rot="-5400000">
            <a:off x="7715198" y="3793684"/>
            <a:ext cx="1990610" cy="1054010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4"/>
          <p:cNvSpPr/>
          <p:nvPr/>
        </p:nvSpPr>
        <p:spPr>
          <a:xfrm rot="-5400000">
            <a:off x="8183656" y="395849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4"/>
          <p:cNvSpPr/>
          <p:nvPr/>
        </p:nvSpPr>
        <p:spPr>
          <a:xfrm rot="5400000">
            <a:off x="8843269" y="211544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4"/>
          <p:cNvSpPr/>
          <p:nvPr/>
        </p:nvSpPr>
        <p:spPr>
          <a:xfrm rot="-5400000">
            <a:off x="7541144" y="468090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4"/>
          <p:cNvSpPr/>
          <p:nvPr/>
        </p:nvSpPr>
        <p:spPr>
          <a:xfrm rot="5400000">
            <a:off x="1506281" y="21198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5"/>
          <p:cNvSpPr txBox="1"/>
          <p:nvPr>
            <p:ph type="title"/>
          </p:nvPr>
        </p:nvSpPr>
        <p:spPr>
          <a:xfrm>
            <a:off x="2629950" y="989275"/>
            <a:ext cx="3884100" cy="93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412" name="Google Shape;412;p25"/>
          <p:cNvSpPr txBox="1"/>
          <p:nvPr>
            <p:ph idx="1" type="subTitle"/>
          </p:nvPr>
        </p:nvSpPr>
        <p:spPr>
          <a:xfrm>
            <a:off x="3043615" y="1769613"/>
            <a:ext cx="3066900" cy="10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3" name="Google Shape;413;p25"/>
          <p:cNvSpPr txBox="1"/>
          <p:nvPr>
            <p:ph idx="2" type="subTitle"/>
          </p:nvPr>
        </p:nvSpPr>
        <p:spPr>
          <a:xfrm>
            <a:off x="2676890" y="3876500"/>
            <a:ext cx="3790200" cy="2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>
                <a:solidFill>
                  <a:schemeClr val="dk1"/>
                </a:solidFill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4" name="Google Shape;414;p25"/>
          <p:cNvSpPr txBox="1"/>
          <p:nvPr/>
        </p:nvSpPr>
        <p:spPr>
          <a:xfrm>
            <a:off x="2924390" y="3270788"/>
            <a:ext cx="32952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</a:t>
            </a: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 This presentation template was created by</a:t>
            </a:r>
            <a:r>
              <a:rPr b="1"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including icons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infographics &amp; images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5" name="Google Shape;415;p25"/>
          <p:cNvSpPr/>
          <p:nvPr/>
        </p:nvSpPr>
        <p:spPr>
          <a:xfrm rot="-5538951">
            <a:off x="-2574537" y="1029968"/>
            <a:ext cx="6383009" cy="1326004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5"/>
          <p:cNvSpPr/>
          <p:nvPr/>
        </p:nvSpPr>
        <p:spPr>
          <a:xfrm flipH="1" rot="5400000">
            <a:off x="-1065756" y="2741763"/>
            <a:ext cx="3598025" cy="1537331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5"/>
          <p:cNvSpPr/>
          <p:nvPr/>
        </p:nvSpPr>
        <p:spPr>
          <a:xfrm flipH="1" rot="5400000">
            <a:off x="-627512" y="3888154"/>
            <a:ext cx="2023800" cy="1071475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5"/>
          <p:cNvSpPr/>
          <p:nvPr/>
        </p:nvSpPr>
        <p:spPr>
          <a:xfrm>
            <a:off x="771800" y="275750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5"/>
          <p:cNvSpPr/>
          <p:nvPr/>
        </p:nvSpPr>
        <p:spPr>
          <a:xfrm>
            <a:off x="1553300" y="3452550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5"/>
          <p:cNvSpPr/>
          <p:nvPr/>
        </p:nvSpPr>
        <p:spPr>
          <a:xfrm>
            <a:off x="804350" y="105132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5"/>
          <p:cNvSpPr/>
          <p:nvPr/>
        </p:nvSpPr>
        <p:spPr>
          <a:xfrm>
            <a:off x="1169650" y="3551250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5"/>
          <p:cNvSpPr/>
          <p:nvPr/>
        </p:nvSpPr>
        <p:spPr>
          <a:xfrm>
            <a:off x="376488" y="71690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3" name="Google Shape;423;p25"/>
          <p:cNvGrpSpPr/>
          <p:nvPr/>
        </p:nvGrpSpPr>
        <p:grpSpPr>
          <a:xfrm rot="10800000">
            <a:off x="7695844" y="-223188"/>
            <a:ext cx="1676378" cy="6958517"/>
            <a:chOff x="-174456" y="-1522725"/>
            <a:chExt cx="1676378" cy="6958517"/>
          </a:xfrm>
        </p:grpSpPr>
        <p:sp>
          <p:nvSpPr>
            <p:cNvPr id="424" name="Google Shape;424;p25"/>
            <p:cNvSpPr/>
            <p:nvPr/>
          </p:nvSpPr>
          <p:spPr>
            <a:xfrm rot="-5538951">
              <a:off x="-2574537" y="1029968"/>
              <a:ext cx="6383009" cy="1326004"/>
            </a:xfrm>
            <a:custGeom>
              <a:rect b="b" l="l" r="r" t="t"/>
              <a:pathLst>
                <a:path extrusionOk="0" h="14785" w="79484">
                  <a:moveTo>
                    <a:pt x="64823" y="0"/>
                  </a:moveTo>
                  <a:cubicBezTo>
                    <a:pt x="56730" y="0"/>
                    <a:pt x="48629" y="357"/>
                    <a:pt x="40537" y="566"/>
                  </a:cubicBezTo>
                  <a:cubicBezTo>
                    <a:pt x="32882" y="767"/>
                    <a:pt x="25204" y="856"/>
                    <a:pt x="17548" y="856"/>
                  </a:cubicBezTo>
                  <a:lnTo>
                    <a:pt x="6188" y="856"/>
                  </a:lnTo>
                  <a:cubicBezTo>
                    <a:pt x="5806" y="856"/>
                    <a:pt x="5327" y="841"/>
                    <a:pt x="4808" y="841"/>
                  </a:cubicBezTo>
                  <a:cubicBezTo>
                    <a:pt x="2720" y="841"/>
                    <a:pt x="0" y="1085"/>
                    <a:pt x="519" y="3534"/>
                  </a:cubicBezTo>
                  <a:cubicBezTo>
                    <a:pt x="1166" y="6614"/>
                    <a:pt x="4269" y="9560"/>
                    <a:pt x="6746" y="11190"/>
                  </a:cubicBezTo>
                  <a:cubicBezTo>
                    <a:pt x="10540" y="13712"/>
                    <a:pt x="15160" y="14738"/>
                    <a:pt x="19713" y="14783"/>
                  </a:cubicBezTo>
                  <a:cubicBezTo>
                    <a:pt x="19807" y="14784"/>
                    <a:pt x="19901" y="14784"/>
                    <a:pt x="19995" y="14784"/>
                  </a:cubicBezTo>
                  <a:cubicBezTo>
                    <a:pt x="22334" y="14784"/>
                    <a:pt x="24671" y="14518"/>
                    <a:pt x="26967" y="14024"/>
                  </a:cubicBezTo>
                  <a:cubicBezTo>
                    <a:pt x="29891" y="13377"/>
                    <a:pt x="32703" y="12350"/>
                    <a:pt x="35515" y="11324"/>
                  </a:cubicBezTo>
                  <a:cubicBezTo>
                    <a:pt x="42724" y="8712"/>
                    <a:pt x="50045" y="6235"/>
                    <a:pt x="57633" y="5141"/>
                  </a:cubicBezTo>
                  <a:cubicBezTo>
                    <a:pt x="61727" y="4546"/>
                    <a:pt x="65864" y="4360"/>
                    <a:pt x="70011" y="4360"/>
                  </a:cubicBezTo>
                  <a:cubicBezTo>
                    <a:pt x="73167" y="4360"/>
                    <a:pt x="76330" y="4468"/>
                    <a:pt x="79484" y="4583"/>
                  </a:cubicBezTo>
                  <a:cubicBezTo>
                    <a:pt x="79461" y="3222"/>
                    <a:pt x="79439" y="1860"/>
                    <a:pt x="79439" y="499"/>
                  </a:cubicBezTo>
                  <a:cubicBezTo>
                    <a:pt x="74572" y="130"/>
                    <a:pt x="69699" y="0"/>
                    <a:pt x="648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5"/>
            <p:cNvSpPr/>
            <p:nvPr/>
          </p:nvSpPr>
          <p:spPr>
            <a:xfrm flipH="1" rot="5400000">
              <a:off x="-1065756" y="2741763"/>
              <a:ext cx="3598025" cy="1537331"/>
            </a:xfrm>
            <a:custGeom>
              <a:rect b="b" l="l" r="r" t="t"/>
              <a:pathLst>
                <a:path extrusionOk="0" h="61524" w="143993">
                  <a:moveTo>
                    <a:pt x="25900" y="1"/>
                  </a:moveTo>
                  <a:cubicBezTo>
                    <a:pt x="11671" y="1"/>
                    <a:pt x="1" y="8596"/>
                    <a:pt x="1" y="8596"/>
                  </a:cubicBezTo>
                  <a:lnTo>
                    <a:pt x="186" y="61523"/>
                  </a:lnTo>
                  <a:lnTo>
                    <a:pt x="143993" y="61523"/>
                  </a:lnTo>
                  <a:cubicBezTo>
                    <a:pt x="138074" y="43327"/>
                    <a:pt x="128448" y="39288"/>
                    <a:pt x="117124" y="39288"/>
                  </a:cubicBezTo>
                  <a:cubicBezTo>
                    <a:pt x="108085" y="39288"/>
                    <a:pt x="97965" y="41861"/>
                    <a:pt x="87783" y="41861"/>
                  </a:cubicBezTo>
                  <a:cubicBezTo>
                    <a:pt x="83897" y="41861"/>
                    <a:pt x="80003" y="41486"/>
                    <a:pt x="76156" y="40451"/>
                  </a:cubicBezTo>
                  <a:cubicBezTo>
                    <a:pt x="58842" y="35830"/>
                    <a:pt x="64326" y="18763"/>
                    <a:pt x="43685" y="5269"/>
                  </a:cubicBezTo>
                  <a:cubicBezTo>
                    <a:pt x="37737" y="1386"/>
                    <a:pt x="31612" y="1"/>
                    <a:pt x="259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5"/>
            <p:cNvSpPr/>
            <p:nvPr/>
          </p:nvSpPr>
          <p:spPr>
            <a:xfrm flipH="1" rot="5400000">
              <a:off x="-627512" y="3888154"/>
              <a:ext cx="2023800" cy="1071475"/>
            </a:xfrm>
            <a:custGeom>
              <a:rect b="b" l="l" r="r" t="t"/>
              <a:pathLst>
                <a:path extrusionOk="0" h="42859" w="80952">
                  <a:moveTo>
                    <a:pt x="7027" y="1"/>
                  </a:moveTo>
                  <a:cubicBezTo>
                    <a:pt x="6872" y="1"/>
                    <a:pt x="6717" y="3"/>
                    <a:pt x="6562" y="7"/>
                  </a:cubicBezTo>
                  <a:cubicBezTo>
                    <a:pt x="4866" y="30"/>
                    <a:pt x="3192" y="387"/>
                    <a:pt x="1629" y="1056"/>
                  </a:cubicBezTo>
                  <a:cubicBezTo>
                    <a:pt x="0" y="1793"/>
                    <a:pt x="89" y="2418"/>
                    <a:pt x="335" y="4114"/>
                  </a:cubicBezTo>
                  <a:cubicBezTo>
                    <a:pt x="982" y="8332"/>
                    <a:pt x="1652" y="12528"/>
                    <a:pt x="2321" y="16724"/>
                  </a:cubicBezTo>
                  <a:lnTo>
                    <a:pt x="4241" y="29022"/>
                  </a:lnTo>
                  <a:cubicBezTo>
                    <a:pt x="4866" y="32972"/>
                    <a:pt x="6160" y="37347"/>
                    <a:pt x="6160" y="41342"/>
                  </a:cubicBezTo>
                  <a:cubicBezTo>
                    <a:pt x="6227" y="41676"/>
                    <a:pt x="6294" y="42056"/>
                    <a:pt x="6562" y="42257"/>
                  </a:cubicBezTo>
                  <a:cubicBezTo>
                    <a:pt x="6776" y="42374"/>
                    <a:pt x="7008" y="42440"/>
                    <a:pt x="7256" y="42440"/>
                  </a:cubicBezTo>
                  <a:cubicBezTo>
                    <a:pt x="7292" y="42440"/>
                    <a:pt x="7328" y="42438"/>
                    <a:pt x="7365" y="42435"/>
                  </a:cubicBezTo>
                  <a:cubicBezTo>
                    <a:pt x="18275" y="42693"/>
                    <a:pt x="29189" y="42859"/>
                    <a:pt x="40102" y="42859"/>
                  </a:cubicBezTo>
                  <a:cubicBezTo>
                    <a:pt x="53724" y="42859"/>
                    <a:pt x="67345" y="42601"/>
                    <a:pt x="80951" y="41944"/>
                  </a:cubicBezTo>
                  <a:cubicBezTo>
                    <a:pt x="71220" y="38596"/>
                    <a:pt x="61154" y="36409"/>
                    <a:pt x="50910" y="35450"/>
                  </a:cubicBezTo>
                  <a:cubicBezTo>
                    <a:pt x="46357" y="35003"/>
                    <a:pt x="41513" y="34735"/>
                    <a:pt x="37741" y="32124"/>
                  </a:cubicBezTo>
                  <a:cubicBezTo>
                    <a:pt x="33880" y="29423"/>
                    <a:pt x="31939" y="24781"/>
                    <a:pt x="30443" y="20317"/>
                  </a:cubicBezTo>
                  <a:cubicBezTo>
                    <a:pt x="28948" y="15854"/>
                    <a:pt x="27609" y="11144"/>
                    <a:pt x="24439" y="7663"/>
                  </a:cubicBezTo>
                  <a:cubicBezTo>
                    <a:pt x="22676" y="5743"/>
                    <a:pt x="20422" y="4315"/>
                    <a:pt x="18123" y="3087"/>
                  </a:cubicBezTo>
                  <a:cubicBezTo>
                    <a:pt x="14732" y="1327"/>
                    <a:pt x="10908" y="1"/>
                    <a:pt x="7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7" name="Google Shape;427;p25"/>
          <p:cNvSpPr/>
          <p:nvPr/>
        </p:nvSpPr>
        <p:spPr>
          <a:xfrm flipH="1" rot="10800000">
            <a:off x="7981650" y="2860425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5"/>
          <p:cNvSpPr/>
          <p:nvPr/>
        </p:nvSpPr>
        <p:spPr>
          <a:xfrm flipH="1" rot="10800000">
            <a:off x="8332050" y="1975150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5"/>
          <p:cNvSpPr/>
          <p:nvPr/>
        </p:nvSpPr>
        <p:spPr>
          <a:xfrm flipH="1" rot="10800000">
            <a:off x="7932450" y="42871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5"/>
          <p:cNvSpPr/>
          <p:nvPr/>
        </p:nvSpPr>
        <p:spPr>
          <a:xfrm flipH="1" rot="10800000">
            <a:off x="7695850" y="17277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5"/>
          <p:cNvSpPr/>
          <p:nvPr/>
        </p:nvSpPr>
        <p:spPr>
          <a:xfrm flipH="1" rot="10800000">
            <a:off x="8299488" y="449200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1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6"/>
          <p:cNvSpPr txBox="1"/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434" name="Google Shape;434;p26"/>
          <p:cNvSpPr txBox="1"/>
          <p:nvPr>
            <p:ph idx="1" type="subTitle"/>
          </p:nvPr>
        </p:nvSpPr>
        <p:spPr>
          <a:xfrm>
            <a:off x="2115575" y="1535450"/>
            <a:ext cx="2007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435" name="Google Shape;435;p26"/>
          <p:cNvSpPr txBox="1"/>
          <p:nvPr>
            <p:ph idx="2" type="subTitle"/>
          </p:nvPr>
        </p:nvSpPr>
        <p:spPr>
          <a:xfrm>
            <a:off x="2016350" y="2145400"/>
            <a:ext cx="5111400" cy="17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6" name="Google Shape;436;p26"/>
          <p:cNvSpPr/>
          <p:nvPr/>
        </p:nvSpPr>
        <p:spPr>
          <a:xfrm flipH="1">
            <a:off x="-178543" y="-118290"/>
            <a:ext cx="3204343" cy="1651139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6"/>
          <p:cNvSpPr/>
          <p:nvPr/>
        </p:nvSpPr>
        <p:spPr>
          <a:xfrm flipH="1" rot="10800000">
            <a:off x="-278322" y="-72669"/>
            <a:ext cx="2420522" cy="1034218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6"/>
          <p:cNvSpPr/>
          <p:nvPr/>
        </p:nvSpPr>
        <p:spPr>
          <a:xfrm rot="-10484947">
            <a:off x="-734940" y="-411807"/>
            <a:ext cx="1843431" cy="869285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6"/>
          <p:cNvSpPr/>
          <p:nvPr/>
        </p:nvSpPr>
        <p:spPr>
          <a:xfrm flipH="1" rot="10800000">
            <a:off x="1722238" y="45824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6"/>
          <p:cNvSpPr/>
          <p:nvPr/>
        </p:nvSpPr>
        <p:spPr>
          <a:xfrm flipH="1" rot="10800000">
            <a:off x="832326" y="69715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6"/>
          <p:cNvSpPr/>
          <p:nvPr/>
        </p:nvSpPr>
        <p:spPr>
          <a:xfrm flipH="1" rot="10800000">
            <a:off x="61551" y="158193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CUSTOM_11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7"/>
          <p:cNvSpPr txBox="1"/>
          <p:nvPr>
            <p:ph type="title"/>
          </p:nvPr>
        </p:nvSpPr>
        <p:spPr>
          <a:xfrm>
            <a:off x="3105950" y="363275"/>
            <a:ext cx="293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444" name="Google Shape;444;p27"/>
          <p:cNvSpPr txBox="1"/>
          <p:nvPr>
            <p:ph idx="1" type="subTitle"/>
          </p:nvPr>
        </p:nvSpPr>
        <p:spPr>
          <a:xfrm>
            <a:off x="760275" y="1535450"/>
            <a:ext cx="2007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445" name="Google Shape;445;p27"/>
          <p:cNvSpPr txBox="1"/>
          <p:nvPr>
            <p:ph idx="2" type="subTitle"/>
          </p:nvPr>
        </p:nvSpPr>
        <p:spPr>
          <a:xfrm>
            <a:off x="540000" y="2145400"/>
            <a:ext cx="3834000" cy="17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6" name="Google Shape;446;p27"/>
          <p:cNvSpPr txBox="1"/>
          <p:nvPr>
            <p:ph idx="3" type="subTitle"/>
          </p:nvPr>
        </p:nvSpPr>
        <p:spPr>
          <a:xfrm>
            <a:off x="4564200" y="1535450"/>
            <a:ext cx="2007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447" name="Google Shape;447;p27"/>
          <p:cNvSpPr txBox="1"/>
          <p:nvPr>
            <p:ph idx="4" type="subTitle"/>
          </p:nvPr>
        </p:nvSpPr>
        <p:spPr>
          <a:xfrm>
            <a:off x="4440600" y="2145400"/>
            <a:ext cx="3834000" cy="17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8" name="Google Shape;448;p27"/>
          <p:cNvSpPr/>
          <p:nvPr/>
        </p:nvSpPr>
        <p:spPr>
          <a:xfrm>
            <a:off x="6082076" y="-118290"/>
            <a:ext cx="3204343" cy="1651139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7"/>
          <p:cNvSpPr/>
          <p:nvPr/>
        </p:nvSpPr>
        <p:spPr>
          <a:xfrm rot="10800000">
            <a:off x="6965676" y="-72669"/>
            <a:ext cx="2420522" cy="1034218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7"/>
          <p:cNvSpPr/>
          <p:nvPr/>
        </p:nvSpPr>
        <p:spPr>
          <a:xfrm flipH="1" rot="10484947">
            <a:off x="7999385" y="-411807"/>
            <a:ext cx="1843431" cy="869285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7"/>
          <p:cNvSpPr/>
          <p:nvPr/>
        </p:nvSpPr>
        <p:spPr>
          <a:xfrm rot="10800000">
            <a:off x="7222138" y="45824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7"/>
          <p:cNvSpPr/>
          <p:nvPr/>
        </p:nvSpPr>
        <p:spPr>
          <a:xfrm rot="10800000">
            <a:off x="8177150" y="69715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7"/>
          <p:cNvSpPr/>
          <p:nvPr/>
        </p:nvSpPr>
        <p:spPr>
          <a:xfrm rot="10800000">
            <a:off x="8947925" y="158193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9"/>
          <p:cNvSpPr txBox="1"/>
          <p:nvPr>
            <p:ph type="ctrTitle"/>
          </p:nvPr>
        </p:nvSpPr>
        <p:spPr>
          <a:xfrm>
            <a:off x="678600" y="1484550"/>
            <a:ext cx="7787100" cy="208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5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59" name="Google Shape;459;p29"/>
          <p:cNvSpPr txBox="1"/>
          <p:nvPr>
            <p:ph idx="1" type="subTitle"/>
          </p:nvPr>
        </p:nvSpPr>
        <p:spPr>
          <a:xfrm>
            <a:off x="2547575" y="3466725"/>
            <a:ext cx="4048800" cy="3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60" name="Google Shape;460;p29"/>
          <p:cNvSpPr/>
          <p:nvPr/>
        </p:nvSpPr>
        <p:spPr>
          <a:xfrm rot="5400000">
            <a:off x="-1867025" y="1013175"/>
            <a:ext cx="4814046" cy="1710367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9"/>
          <p:cNvSpPr/>
          <p:nvPr/>
        </p:nvSpPr>
        <p:spPr>
          <a:xfrm rot="10800000">
            <a:off x="-229260" y="3396805"/>
            <a:ext cx="3675485" cy="1893812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9"/>
          <p:cNvSpPr/>
          <p:nvPr/>
        </p:nvSpPr>
        <p:spPr>
          <a:xfrm flipH="1" rot="-315040">
            <a:off x="-236345" y="4475012"/>
            <a:ext cx="2114446" cy="997085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9"/>
          <p:cNvSpPr/>
          <p:nvPr/>
        </p:nvSpPr>
        <p:spPr>
          <a:xfrm>
            <a:off x="3282713" y="476911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9"/>
          <p:cNvSpPr/>
          <p:nvPr/>
        </p:nvSpPr>
        <p:spPr>
          <a:xfrm>
            <a:off x="927300" y="42102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9"/>
          <p:cNvSpPr/>
          <p:nvPr/>
        </p:nvSpPr>
        <p:spPr>
          <a:xfrm>
            <a:off x="55488" y="290826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9"/>
          <p:cNvSpPr/>
          <p:nvPr/>
        </p:nvSpPr>
        <p:spPr>
          <a:xfrm>
            <a:off x="4257175" y="4901838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9"/>
          <p:cNvSpPr/>
          <p:nvPr/>
        </p:nvSpPr>
        <p:spPr>
          <a:xfrm>
            <a:off x="1559288" y="3910538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9"/>
          <p:cNvSpPr/>
          <p:nvPr/>
        </p:nvSpPr>
        <p:spPr>
          <a:xfrm rot="-5400000">
            <a:off x="6110254" y="2527892"/>
            <a:ext cx="4814046" cy="1710367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9"/>
          <p:cNvSpPr/>
          <p:nvPr/>
        </p:nvSpPr>
        <p:spPr>
          <a:xfrm>
            <a:off x="5744675" y="-169359"/>
            <a:ext cx="3627772" cy="1869298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9"/>
          <p:cNvSpPr/>
          <p:nvPr/>
        </p:nvSpPr>
        <p:spPr>
          <a:xfrm flipH="1" rot="10484934">
            <a:off x="7292455" y="-348495"/>
            <a:ext cx="2087045" cy="984164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9"/>
          <p:cNvSpPr/>
          <p:nvPr/>
        </p:nvSpPr>
        <p:spPr>
          <a:xfrm rot="10800000">
            <a:off x="5634813" y="20792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9"/>
          <p:cNvSpPr/>
          <p:nvPr/>
        </p:nvSpPr>
        <p:spPr>
          <a:xfrm rot="10800000">
            <a:off x="7750600" y="102480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9"/>
          <p:cNvSpPr/>
          <p:nvPr/>
        </p:nvSpPr>
        <p:spPr>
          <a:xfrm rot="10800000">
            <a:off x="8980488" y="193977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9"/>
          <p:cNvSpPr/>
          <p:nvPr/>
        </p:nvSpPr>
        <p:spPr>
          <a:xfrm rot="10800000">
            <a:off x="4725450" y="139996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0"/>
          <p:cNvSpPr txBox="1"/>
          <p:nvPr>
            <p:ph type="title"/>
          </p:nvPr>
        </p:nvSpPr>
        <p:spPr>
          <a:xfrm>
            <a:off x="1912475" y="2261338"/>
            <a:ext cx="5319000" cy="8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77" name="Google Shape;477;p30"/>
          <p:cNvSpPr txBox="1"/>
          <p:nvPr>
            <p:ph hasCustomPrompt="1" idx="2" type="title"/>
          </p:nvPr>
        </p:nvSpPr>
        <p:spPr>
          <a:xfrm>
            <a:off x="3105600" y="1164675"/>
            <a:ext cx="2932800" cy="9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78" name="Google Shape;478;p30"/>
          <p:cNvSpPr txBox="1"/>
          <p:nvPr>
            <p:ph idx="1" type="subTitle"/>
          </p:nvPr>
        </p:nvSpPr>
        <p:spPr>
          <a:xfrm>
            <a:off x="2815400" y="3123913"/>
            <a:ext cx="3513300" cy="43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79" name="Google Shape;479;p30"/>
          <p:cNvSpPr/>
          <p:nvPr/>
        </p:nvSpPr>
        <p:spPr>
          <a:xfrm rot="10800000">
            <a:off x="-260192" y="3285293"/>
            <a:ext cx="4058317" cy="1729782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0"/>
          <p:cNvSpPr/>
          <p:nvPr/>
        </p:nvSpPr>
        <p:spPr>
          <a:xfrm rot="10800000">
            <a:off x="158481" y="4429982"/>
            <a:ext cx="4130269" cy="1085168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30"/>
          <p:cNvSpPr/>
          <p:nvPr/>
        </p:nvSpPr>
        <p:spPr>
          <a:xfrm>
            <a:off x="3699725" y="46636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0"/>
          <p:cNvSpPr/>
          <p:nvPr/>
        </p:nvSpPr>
        <p:spPr>
          <a:xfrm>
            <a:off x="1811013" y="438261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30"/>
          <p:cNvSpPr/>
          <p:nvPr/>
        </p:nvSpPr>
        <p:spPr>
          <a:xfrm>
            <a:off x="-332175" y="3703451"/>
            <a:ext cx="2874201" cy="1521816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30"/>
          <p:cNvSpPr/>
          <p:nvPr/>
        </p:nvSpPr>
        <p:spPr>
          <a:xfrm>
            <a:off x="1232025" y="401702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30"/>
          <p:cNvSpPr/>
          <p:nvPr/>
        </p:nvSpPr>
        <p:spPr>
          <a:xfrm>
            <a:off x="108888" y="3007538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30"/>
          <p:cNvSpPr/>
          <p:nvPr/>
        </p:nvSpPr>
        <p:spPr>
          <a:xfrm>
            <a:off x="5365175" y="166613"/>
            <a:ext cx="4058317" cy="1729782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30"/>
          <p:cNvSpPr/>
          <p:nvPr/>
        </p:nvSpPr>
        <p:spPr>
          <a:xfrm>
            <a:off x="4874550" y="-333462"/>
            <a:ext cx="4130269" cy="1085168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30"/>
          <p:cNvSpPr/>
          <p:nvPr/>
        </p:nvSpPr>
        <p:spPr>
          <a:xfrm rot="10800000">
            <a:off x="5365175" y="41931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0"/>
          <p:cNvSpPr/>
          <p:nvPr/>
        </p:nvSpPr>
        <p:spPr>
          <a:xfrm rot="10800000">
            <a:off x="7188788" y="635575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30"/>
          <p:cNvSpPr/>
          <p:nvPr/>
        </p:nvSpPr>
        <p:spPr>
          <a:xfrm rot="10800000">
            <a:off x="6621274" y="-43579"/>
            <a:ext cx="2874201" cy="1521816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30"/>
          <p:cNvSpPr/>
          <p:nvPr/>
        </p:nvSpPr>
        <p:spPr>
          <a:xfrm rot="10800000">
            <a:off x="7832875" y="106596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30"/>
          <p:cNvSpPr/>
          <p:nvPr/>
        </p:nvSpPr>
        <p:spPr>
          <a:xfrm rot="10800000">
            <a:off x="8890913" y="20106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1"/>
          <p:cNvSpPr txBox="1"/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5" name="Google Shape;495;p31"/>
          <p:cNvSpPr txBox="1"/>
          <p:nvPr>
            <p:ph idx="1" type="body"/>
          </p:nvPr>
        </p:nvSpPr>
        <p:spPr>
          <a:xfrm>
            <a:off x="540000" y="1028700"/>
            <a:ext cx="8064000" cy="35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200"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496" name="Google Shape;496;p31"/>
          <p:cNvGrpSpPr/>
          <p:nvPr/>
        </p:nvGrpSpPr>
        <p:grpSpPr>
          <a:xfrm flipH="1">
            <a:off x="-129749" y="-116300"/>
            <a:ext cx="2684034" cy="1738163"/>
            <a:chOff x="6654501" y="-116300"/>
            <a:chExt cx="2684034" cy="1738163"/>
          </a:xfrm>
        </p:grpSpPr>
        <p:sp>
          <p:nvSpPr>
            <p:cNvPr id="497" name="Google Shape;497;p31"/>
            <p:cNvSpPr/>
            <p:nvPr/>
          </p:nvSpPr>
          <p:spPr>
            <a:xfrm>
              <a:off x="6654501" y="-116300"/>
              <a:ext cx="2684034" cy="1535681"/>
            </a:xfrm>
            <a:custGeom>
              <a:rect b="b" l="l" r="r" t="t"/>
              <a:pathLst>
                <a:path extrusionOk="0" h="36451" w="64695">
                  <a:moveTo>
                    <a:pt x="5503" y="0"/>
                  </a:moveTo>
                  <a:cubicBezTo>
                    <a:pt x="2589" y="0"/>
                    <a:pt x="1" y="186"/>
                    <a:pt x="237" y="874"/>
                  </a:cubicBezTo>
                  <a:cubicBezTo>
                    <a:pt x="460" y="1499"/>
                    <a:pt x="4411" y="2169"/>
                    <a:pt x="5259" y="2593"/>
                  </a:cubicBezTo>
                  <a:cubicBezTo>
                    <a:pt x="7178" y="3552"/>
                    <a:pt x="8897" y="4869"/>
                    <a:pt x="10325" y="6454"/>
                  </a:cubicBezTo>
                  <a:cubicBezTo>
                    <a:pt x="13673" y="10092"/>
                    <a:pt x="16619" y="21050"/>
                    <a:pt x="24989" y="22345"/>
                  </a:cubicBezTo>
                  <a:cubicBezTo>
                    <a:pt x="25398" y="22407"/>
                    <a:pt x="25804" y="22437"/>
                    <a:pt x="26206" y="22437"/>
                  </a:cubicBezTo>
                  <a:cubicBezTo>
                    <a:pt x="31849" y="22437"/>
                    <a:pt x="36809" y="16669"/>
                    <a:pt x="38871" y="15314"/>
                  </a:cubicBezTo>
                  <a:cubicBezTo>
                    <a:pt x="39863" y="14681"/>
                    <a:pt x="40996" y="14362"/>
                    <a:pt x="42135" y="14362"/>
                  </a:cubicBezTo>
                  <a:cubicBezTo>
                    <a:pt x="43201" y="14362"/>
                    <a:pt x="44272" y="14642"/>
                    <a:pt x="45232" y="15203"/>
                  </a:cubicBezTo>
                  <a:cubicBezTo>
                    <a:pt x="49027" y="17502"/>
                    <a:pt x="49071" y="22858"/>
                    <a:pt x="50634" y="27010"/>
                  </a:cubicBezTo>
                  <a:cubicBezTo>
                    <a:pt x="52642" y="32143"/>
                    <a:pt x="57307" y="35759"/>
                    <a:pt x="62775" y="36450"/>
                  </a:cubicBezTo>
                  <a:cubicBezTo>
                    <a:pt x="62396" y="25269"/>
                    <a:pt x="63043" y="14065"/>
                    <a:pt x="64694" y="2994"/>
                  </a:cubicBezTo>
                  <a:cubicBezTo>
                    <a:pt x="57530" y="1745"/>
                    <a:pt x="50232" y="1499"/>
                    <a:pt x="42978" y="1254"/>
                  </a:cubicBezTo>
                  <a:cubicBezTo>
                    <a:pt x="32957" y="896"/>
                    <a:pt x="22936" y="562"/>
                    <a:pt x="12914" y="249"/>
                  </a:cubicBezTo>
                  <a:cubicBezTo>
                    <a:pt x="12140" y="215"/>
                    <a:pt x="8634" y="0"/>
                    <a:pt x="55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1"/>
            <p:cNvSpPr/>
            <p:nvPr/>
          </p:nvSpPr>
          <p:spPr>
            <a:xfrm flipH="1" rot="5400000">
              <a:off x="8050932" y="-354518"/>
              <a:ext cx="808131" cy="1493289"/>
            </a:xfrm>
            <a:custGeom>
              <a:rect b="b" l="l" r="r" t="t"/>
              <a:pathLst>
                <a:path extrusionOk="0" h="44420" w="24039">
                  <a:moveTo>
                    <a:pt x="17715" y="1"/>
                  </a:moveTo>
                  <a:cubicBezTo>
                    <a:pt x="16371" y="1"/>
                    <a:pt x="14900" y="541"/>
                    <a:pt x="13704" y="2213"/>
                  </a:cubicBezTo>
                  <a:cubicBezTo>
                    <a:pt x="10848" y="6185"/>
                    <a:pt x="15289" y="12211"/>
                    <a:pt x="13392" y="17300"/>
                  </a:cubicBezTo>
                  <a:cubicBezTo>
                    <a:pt x="11272" y="22947"/>
                    <a:pt x="1" y="24509"/>
                    <a:pt x="1384" y="34262"/>
                  </a:cubicBezTo>
                  <a:cubicBezTo>
                    <a:pt x="2268" y="40412"/>
                    <a:pt x="11808" y="44419"/>
                    <a:pt x="18141" y="44419"/>
                  </a:cubicBezTo>
                  <a:cubicBezTo>
                    <a:pt x="19486" y="44419"/>
                    <a:pt x="20686" y="44239"/>
                    <a:pt x="21628" y="43860"/>
                  </a:cubicBezTo>
                  <a:cubicBezTo>
                    <a:pt x="21918" y="43748"/>
                    <a:pt x="23413" y="36851"/>
                    <a:pt x="23480" y="36048"/>
                  </a:cubicBezTo>
                  <a:cubicBezTo>
                    <a:pt x="24038" y="28549"/>
                    <a:pt x="24016" y="20983"/>
                    <a:pt x="23369" y="13484"/>
                  </a:cubicBezTo>
                  <a:cubicBezTo>
                    <a:pt x="23056" y="9890"/>
                    <a:pt x="22699" y="6252"/>
                    <a:pt x="22186" y="2681"/>
                  </a:cubicBezTo>
                  <a:cubicBezTo>
                    <a:pt x="22052" y="1766"/>
                    <a:pt x="22141" y="2168"/>
                    <a:pt x="21315" y="1320"/>
                  </a:cubicBezTo>
                  <a:cubicBezTo>
                    <a:pt x="20767" y="784"/>
                    <a:pt x="19333" y="1"/>
                    <a:pt x="177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31"/>
            <p:cNvSpPr/>
            <p:nvPr/>
          </p:nvSpPr>
          <p:spPr>
            <a:xfrm rot="10800000">
              <a:off x="7613850" y="-116300"/>
              <a:ext cx="1724676" cy="736904"/>
            </a:xfrm>
            <a:custGeom>
              <a:rect b="b" l="l" r="r" t="t"/>
              <a:pathLst>
                <a:path extrusionOk="0" h="61524" w="143993">
                  <a:moveTo>
                    <a:pt x="25900" y="1"/>
                  </a:moveTo>
                  <a:cubicBezTo>
                    <a:pt x="11671" y="1"/>
                    <a:pt x="1" y="8596"/>
                    <a:pt x="1" y="8596"/>
                  </a:cubicBezTo>
                  <a:lnTo>
                    <a:pt x="186" y="61523"/>
                  </a:lnTo>
                  <a:lnTo>
                    <a:pt x="143993" y="61523"/>
                  </a:lnTo>
                  <a:cubicBezTo>
                    <a:pt x="138074" y="43327"/>
                    <a:pt x="128448" y="39288"/>
                    <a:pt x="117124" y="39288"/>
                  </a:cubicBezTo>
                  <a:cubicBezTo>
                    <a:pt x="108085" y="39288"/>
                    <a:pt x="97965" y="41861"/>
                    <a:pt x="87783" y="41861"/>
                  </a:cubicBezTo>
                  <a:cubicBezTo>
                    <a:pt x="83897" y="41861"/>
                    <a:pt x="80003" y="41486"/>
                    <a:pt x="76156" y="40451"/>
                  </a:cubicBezTo>
                  <a:cubicBezTo>
                    <a:pt x="58842" y="35830"/>
                    <a:pt x="64326" y="18763"/>
                    <a:pt x="43685" y="5269"/>
                  </a:cubicBezTo>
                  <a:cubicBezTo>
                    <a:pt x="37737" y="1386"/>
                    <a:pt x="31612" y="1"/>
                    <a:pt x="259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31"/>
            <p:cNvSpPr/>
            <p:nvPr/>
          </p:nvSpPr>
          <p:spPr>
            <a:xfrm>
              <a:off x="7365463" y="107038"/>
              <a:ext cx="163500" cy="163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1"/>
            <p:cNvSpPr/>
            <p:nvPr/>
          </p:nvSpPr>
          <p:spPr>
            <a:xfrm>
              <a:off x="8469625" y="775288"/>
              <a:ext cx="98400" cy="9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31"/>
            <p:cNvSpPr/>
            <p:nvPr/>
          </p:nvSpPr>
          <p:spPr>
            <a:xfrm>
              <a:off x="8942775" y="1523163"/>
              <a:ext cx="98400" cy="98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3" name="Google Shape;503;p31"/>
          <p:cNvGrpSpPr/>
          <p:nvPr/>
        </p:nvGrpSpPr>
        <p:grpSpPr>
          <a:xfrm>
            <a:off x="6806901" y="-116300"/>
            <a:ext cx="2684034" cy="1738163"/>
            <a:chOff x="6654501" y="-116300"/>
            <a:chExt cx="2684034" cy="1738163"/>
          </a:xfrm>
        </p:grpSpPr>
        <p:sp>
          <p:nvSpPr>
            <p:cNvPr id="504" name="Google Shape;504;p31"/>
            <p:cNvSpPr/>
            <p:nvPr/>
          </p:nvSpPr>
          <p:spPr>
            <a:xfrm>
              <a:off x="6654501" y="-116300"/>
              <a:ext cx="2684034" cy="1535681"/>
            </a:xfrm>
            <a:custGeom>
              <a:rect b="b" l="l" r="r" t="t"/>
              <a:pathLst>
                <a:path extrusionOk="0" h="36451" w="64695">
                  <a:moveTo>
                    <a:pt x="5503" y="0"/>
                  </a:moveTo>
                  <a:cubicBezTo>
                    <a:pt x="2589" y="0"/>
                    <a:pt x="1" y="186"/>
                    <a:pt x="237" y="874"/>
                  </a:cubicBezTo>
                  <a:cubicBezTo>
                    <a:pt x="460" y="1499"/>
                    <a:pt x="4411" y="2169"/>
                    <a:pt x="5259" y="2593"/>
                  </a:cubicBezTo>
                  <a:cubicBezTo>
                    <a:pt x="7178" y="3552"/>
                    <a:pt x="8897" y="4869"/>
                    <a:pt x="10325" y="6454"/>
                  </a:cubicBezTo>
                  <a:cubicBezTo>
                    <a:pt x="13673" y="10092"/>
                    <a:pt x="16619" y="21050"/>
                    <a:pt x="24989" y="22345"/>
                  </a:cubicBezTo>
                  <a:cubicBezTo>
                    <a:pt x="25398" y="22407"/>
                    <a:pt x="25804" y="22437"/>
                    <a:pt x="26206" y="22437"/>
                  </a:cubicBezTo>
                  <a:cubicBezTo>
                    <a:pt x="31849" y="22437"/>
                    <a:pt x="36809" y="16669"/>
                    <a:pt x="38871" y="15314"/>
                  </a:cubicBezTo>
                  <a:cubicBezTo>
                    <a:pt x="39863" y="14681"/>
                    <a:pt x="40996" y="14362"/>
                    <a:pt x="42135" y="14362"/>
                  </a:cubicBezTo>
                  <a:cubicBezTo>
                    <a:pt x="43201" y="14362"/>
                    <a:pt x="44272" y="14642"/>
                    <a:pt x="45232" y="15203"/>
                  </a:cubicBezTo>
                  <a:cubicBezTo>
                    <a:pt x="49027" y="17502"/>
                    <a:pt x="49071" y="22858"/>
                    <a:pt x="50634" y="27010"/>
                  </a:cubicBezTo>
                  <a:cubicBezTo>
                    <a:pt x="52642" y="32143"/>
                    <a:pt x="57307" y="35759"/>
                    <a:pt x="62775" y="36450"/>
                  </a:cubicBezTo>
                  <a:cubicBezTo>
                    <a:pt x="62396" y="25269"/>
                    <a:pt x="63043" y="14065"/>
                    <a:pt x="64694" y="2994"/>
                  </a:cubicBezTo>
                  <a:cubicBezTo>
                    <a:pt x="57530" y="1745"/>
                    <a:pt x="50232" y="1499"/>
                    <a:pt x="42978" y="1254"/>
                  </a:cubicBezTo>
                  <a:cubicBezTo>
                    <a:pt x="32957" y="896"/>
                    <a:pt x="22936" y="562"/>
                    <a:pt x="12914" y="249"/>
                  </a:cubicBezTo>
                  <a:cubicBezTo>
                    <a:pt x="12140" y="215"/>
                    <a:pt x="8634" y="0"/>
                    <a:pt x="55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31"/>
            <p:cNvSpPr/>
            <p:nvPr/>
          </p:nvSpPr>
          <p:spPr>
            <a:xfrm flipH="1" rot="5400000">
              <a:off x="8050932" y="-354518"/>
              <a:ext cx="808131" cy="1493289"/>
            </a:xfrm>
            <a:custGeom>
              <a:rect b="b" l="l" r="r" t="t"/>
              <a:pathLst>
                <a:path extrusionOk="0" h="44420" w="24039">
                  <a:moveTo>
                    <a:pt x="17715" y="1"/>
                  </a:moveTo>
                  <a:cubicBezTo>
                    <a:pt x="16371" y="1"/>
                    <a:pt x="14900" y="541"/>
                    <a:pt x="13704" y="2213"/>
                  </a:cubicBezTo>
                  <a:cubicBezTo>
                    <a:pt x="10848" y="6185"/>
                    <a:pt x="15289" y="12211"/>
                    <a:pt x="13392" y="17300"/>
                  </a:cubicBezTo>
                  <a:cubicBezTo>
                    <a:pt x="11272" y="22947"/>
                    <a:pt x="1" y="24509"/>
                    <a:pt x="1384" y="34262"/>
                  </a:cubicBezTo>
                  <a:cubicBezTo>
                    <a:pt x="2268" y="40412"/>
                    <a:pt x="11808" y="44419"/>
                    <a:pt x="18141" y="44419"/>
                  </a:cubicBezTo>
                  <a:cubicBezTo>
                    <a:pt x="19486" y="44419"/>
                    <a:pt x="20686" y="44239"/>
                    <a:pt x="21628" y="43860"/>
                  </a:cubicBezTo>
                  <a:cubicBezTo>
                    <a:pt x="21918" y="43748"/>
                    <a:pt x="23413" y="36851"/>
                    <a:pt x="23480" y="36048"/>
                  </a:cubicBezTo>
                  <a:cubicBezTo>
                    <a:pt x="24038" y="28549"/>
                    <a:pt x="24016" y="20983"/>
                    <a:pt x="23369" y="13484"/>
                  </a:cubicBezTo>
                  <a:cubicBezTo>
                    <a:pt x="23056" y="9890"/>
                    <a:pt x="22699" y="6252"/>
                    <a:pt x="22186" y="2681"/>
                  </a:cubicBezTo>
                  <a:cubicBezTo>
                    <a:pt x="22052" y="1766"/>
                    <a:pt x="22141" y="2168"/>
                    <a:pt x="21315" y="1320"/>
                  </a:cubicBezTo>
                  <a:cubicBezTo>
                    <a:pt x="20767" y="784"/>
                    <a:pt x="19333" y="1"/>
                    <a:pt x="177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31"/>
            <p:cNvSpPr/>
            <p:nvPr/>
          </p:nvSpPr>
          <p:spPr>
            <a:xfrm rot="10800000">
              <a:off x="7613850" y="-116300"/>
              <a:ext cx="1724676" cy="736904"/>
            </a:xfrm>
            <a:custGeom>
              <a:rect b="b" l="l" r="r" t="t"/>
              <a:pathLst>
                <a:path extrusionOk="0" h="61524" w="143993">
                  <a:moveTo>
                    <a:pt x="25900" y="1"/>
                  </a:moveTo>
                  <a:cubicBezTo>
                    <a:pt x="11671" y="1"/>
                    <a:pt x="1" y="8596"/>
                    <a:pt x="1" y="8596"/>
                  </a:cubicBezTo>
                  <a:lnTo>
                    <a:pt x="186" y="61523"/>
                  </a:lnTo>
                  <a:lnTo>
                    <a:pt x="143993" y="61523"/>
                  </a:lnTo>
                  <a:cubicBezTo>
                    <a:pt x="138074" y="43327"/>
                    <a:pt x="128448" y="39288"/>
                    <a:pt x="117124" y="39288"/>
                  </a:cubicBezTo>
                  <a:cubicBezTo>
                    <a:pt x="108085" y="39288"/>
                    <a:pt x="97965" y="41861"/>
                    <a:pt x="87783" y="41861"/>
                  </a:cubicBezTo>
                  <a:cubicBezTo>
                    <a:pt x="83897" y="41861"/>
                    <a:pt x="80003" y="41486"/>
                    <a:pt x="76156" y="40451"/>
                  </a:cubicBezTo>
                  <a:cubicBezTo>
                    <a:pt x="58842" y="35830"/>
                    <a:pt x="64326" y="18763"/>
                    <a:pt x="43685" y="5269"/>
                  </a:cubicBezTo>
                  <a:cubicBezTo>
                    <a:pt x="37737" y="1386"/>
                    <a:pt x="31612" y="1"/>
                    <a:pt x="259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1"/>
            <p:cNvSpPr/>
            <p:nvPr/>
          </p:nvSpPr>
          <p:spPr>
            <a:xfrm>
              <a:off x="7365463" y="107038"/>
              <a:ext cx="163500" cy="163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31"/>
            <p:cNvSpPr/>
            <p:nvPr/>
          </p:nvSpPr>
          <p:spPr>
            <a:xfrm>
              <a:off x="8469625" y="775288"/>
              <a:ext cx="98400" cy="9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31"/>
            <p:cNvSpPr/>
            <p:nvPr/>
          </p:nvSpPr>
          <p:spPr>
            <a:xfrm>
              <a:off x="8942775" y="1523163"/>
              <a:ext cx="98400" cy="98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2"/>
          <p:cNvSpPr txBox="1"/>
          <p:nvPr>
            <p:ph idx="1" type="subTitle"/>
          </p:nvPr>
        </p:nvSpPr>
        <p:spPr>
          <a:xfrm>
            <a:off x="5069450" y="2590588"/>
            <a:ext cx="28848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512" name="Google Shape;512;p32"/>
          <p:cNvSpPr txBox="1"/>
          <p:nvPr>
            <p:ph idx="2" type="subTitle"/>
          </p:nvPr>
        </p:nvSpPr>
        <p:spPr>
          <a:xfrm>
            <a:off x="5069400" y="2882600"/>
            <a:ext cx="2884800" cy="7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3" name="Google Shape;513;p32"/>
          <p:cNvSpPr txBox="1"/>
          <p:nvPr>
            <p:ph idx="3" type="subTitle"/>
          </p:nvPr>
        </p:nvSpPr>
        <p:spPr>
          <a:xfrm>
            <a:off x="1189788" y="2590588"/>
            <a:ext cx="28848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514" name="Google Shape;514;p32"/>
          <p:cNvSpPr txBox="1"/>
          <p:nvPr>
            <p:ph idx="4" type="subTitle"/>
          </p:nvPr>
        </p:nvSpPr>
        <p:spPr>
          <a:xfrm>
            <a:off x="1189800" y="2882600"/>
            <a:ext cx="2884800" cy="7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5" name="Google Shape;515;p32"/>
          <p:cNvSpPr/>
          <p:nvPr/>
        </p:nvSpPr>
        <p:spPr>
          <a:xfrm rot="10376871">
            <a:off x="-495921" y="-203555"/>
            <a:ext cx="4143688" cy="1411694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32"/>
          <p:cNvSpPr/>
          <p:nvPr/>
        </p:nvSpPr>
        <p:spPr>
          <a:xfrm>
            <a:off x="3812651" y="348974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32"/>
          <p:cNvSpPr/>
          <p:nvPr/>
        </p:nvSpPr>
        <p:spPr>
          <a:xfrm>
            <a:off x="593226" y="838649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32"/>
          <p:cNvSpPr/>
          <p:nvPr/>
        </p:nvSpPr>
        <p:spPr>
          <a:xfrm>
            <a:off x="4418776" y="63342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2"/>
          <p:cNvSpPr/>
          <p:nvPr/>
        </p:nvSpPr>
        <p:spPr>
          <a:xfrm>
            <a:off x="2981851" y="25027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32"/>
          <p:cNvSpPr/>
          <p:nvPr/>
        </p:nvSpPr>
        <p:spPr>
          <a:xfrm flipH="1">
            <a:off x="-201027" y="-164602"/>
            <a:ext cx="3007352" cy="1244123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2"/>
          <p:cNvSpPr/>
          <p:nvPr/>
        </p:nvSpPr>
        <p:spPr>
          <a:xfrm rot="10800000">
            <a:off x="-259611" y="-297078"/>
            <a:ext cx="2457436" cy="930503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32"/>
          <p:cNvSpPr/>
          <p:nvPr/>
        </p:nvSpPr>
        <p:spPr>
          <a:xfrm rot="-448972">
            <a:off x="5418223" y="3906226"/>
            <a:ext cx="4114989" cy="1394558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32"/>
          <p:cNvSpPr/>
          <p:nvPr/>
        </p:nvSpPr>
        <p:spPr>
          <a:xfrm rot="10800000">
            <a:off x="4710711" y="4724448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2"/>
          <p:cNvSpPr/>
          <p:nvPr/>
        </p:nvSpPr>
        <p:spPr>
          <a:xfrm rot="10800000">
            <a:off x="8391336" y="4168473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2"/>
          <p:cNvSpPr/>
          <p:nvPr/>
        </p:nvSpPr>
        <p:spPr>
          <a:xfrm rot="10800000">
            <a:off x="5390761" y="416847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32"/>
          <p:cNvSpPr/>
          <p:nvPr/>
        </p:nvSpPr>
        <p:spPr>
          <a:xfrm rot="10800000">
            <a:off x="6002711" y="4756848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2"/>
          <p:cNvSpPr/>
          <p:nvPr/>
        </p:nvSpPr>
        <p:spPr>
          <a:xfrm flipH="1" rot="10800000">
            <a:off x="6276637" y="4026301"/>
            <a:ext cx="3007352" cy="1244123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32"/>
          <p:cNvSpPr/>
          <p:nvPr/>
        </p:nvSpPr>
        <p:spPr>
          <a:xfrm>
            <a:off x="6885137" y="4472397"/>
            <a:ext cx="2457436" cy="930503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3"/>
          <p:cNvSpPr txBox="1"/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31" name="Google Shape;531;p33"/>
          <p:cNvSpPr/>
          <p:nvPr/>
        </p:nvSpPr>
        <p:spPr>
          <a:xfrm>
            <a:off x="6082076" y="-118290"/>
            <a:ext cx="3204343" cy="1651139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33"/>
          <p:cNvSpPr/>
          <p:nvPr/>
        </p:nvSpPr>
        <p:spPr>
          <a:xfrm rot="10800000">
            <a:off x="6965676" y="-72669"/>
            <a:ext cx="2420522" cy="1034218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3"/>
          <p:cNvSpPr/>
          <p:nvPr/>
        </p:nvSpPr>
        <p:spPr>
          <a:xfrm flipH="1" rot="10484947">
            <a:off x="7999385" y="-411807"/>
            <a:ext cx="1843431" cy="869285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3"/>
          <p:cNvSpPr/>
          <p:nvPr/>
        </p:nvSpPr>
        <p:spPr>
          <a:xfrm rot="10800000">
            <a:off x="7222138" y="45824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33"/>
          <p:cNvSpPr/>
          <p:nvPr/>
        </p:nvSpPr>
        <p:spPr>
          <a:xfrm rot="10800000">
            <a:off x="8177150" y="69715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33"/>
          <p:cNvSpPr/>
          <p:nvPr/>
        </p:nvSpPr>
        <p:spPr>
          <a:xfrm rot="10800000">
            <a:off x="8947925" y="158193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4"/>
          <p:cNvSpPr txBox="1"/>
          <p:nvPr>
            <p:ph type="title"/>
          </p:nvPr>
        </p:nvSpPr>
        <p:spPr>
          <a:xfrm>
            <a:off x="478950" y="1922950"/>
            <a:ext cx="4860000" cy="8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39" name="Google Shape;539;p34"/>
          <p:cNvSpPr txBox="1"/>
          <p:nvPr>
            <p:ph idx="1" type="subTitle"/>
          </p:nvPr>
        </p:nvSpPr>
        <p:spPr>
          <a:xfrm>
            <a:off x="479050" y="2757125"/>
            <a:ext cx="4860000" cy="49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40" name="Google Shape;540;p34"/>
          <p:cNvSpPr/>
          <p:nvPr/>
        </p:nvSpPr>
        <p:spPr>
          <a:xfrm rot="-10667561">
            <a:off x="305871" y="4396335"/>
            <a:ext cx="4818716" cy="780968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34"/>
          <p:cNvSpPr/>
          <p:nvPr/>
        </p:nvSpPr>
        <p:spPr>
          <a:xfrm rot="10800000">
            <a:off x="402459" y="4303597"/>
            <a:ext cx="2393629" cy="966464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4"/>
          <p:cNvSpPr/>
          <p:nvPr/>
        </p:nvSpPr>
        <p:spPr>
          <a:xfrm>
            <a:off x="-272112" y="4159112"/>
            <a:ext cx="2096898" cy="98915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34"/>
          <p:cNvSpPr/>
          <p:nvPr/>
        </p:nvSpPr>
        <p:spPr>
          <a:xfrm>
            <a:off x="5246676" y="4820774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4"/>
          <p:cNvSpPr/>
          <p:nvPr/>
        </p:nvSpPr>
        <p:spPr>
          <a:xfrm>
            <a:off x="402451" y="3952199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34"/>
          <p:cNvSpPr/>
          <p:nvPr/>
        </p:nvSpPr>
        <p:spPr>
          <a:xfrm>
            <a:off x="1153051" y="439062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34"/>
          <p:cNvSpPr/>
          <p:nvPr/>
        </p:nvSpPr>
        <p:spPr>
          <a:xfrm>
            <a:off x="2859751" y="473747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34"/>
          <p:cNvSpPr/>
          <p:nvPr/>
        </p:nvSpPr>
        <p:spPr>
          <a:xfrm flipH="1" rot="-132439">
            <a:off x="305871" y="-39916"/>
            <a:ext cx="4818716" cy="780968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34"/>
          <p:cNvSpPr/>
          <p:nvPr/>
        </p:nvSpPr>
        <p:spPr>
          <a:xfrm flipH="1">
            <a:off x="402459" y="-132676"/>
            <a:ext cx="2393629" cy="966464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34"/>
          <p:cNvSpPr/>
          <p:nvPr/>
        </p:nvSpPr>
        <p:spPr>
          <a:xfrm flipH="1" rot="10800000">
            <a:off x="-272112" y="-10878"/>
            <a:ext cx="2096898" cy="98915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4"/>
          <p:cNvSpPr/>
          <p:nvPr/>
        </p:nvSpPr>
        <p:spPr>
          <a:xfrm flipH="1" rot="10800000">
            <a:off x="402451" y="1086487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34"/>
          <p:cNvSpPr/>
          <p:nvPr/>
        </p:nvSpPr>
        <p:spPr>
          <a:xfrm flipH="1" rot="10800000">
            <a:off x="1153051" y="648062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34"/>
          <p:cNvSpPr/>
          <p:nvPr/>
        </p:nvSpPr>
        <p:spPr>
          <a:xfrm flipH="1" rot="10800000">
            <a:off x="2859751" y="301212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34"/>
          <p:cNvSpPr/>
          <p:nvPr/>
        </p:nvSpPr>
        <p:spPr>
          <a:xfrm flipH="1" rot="10800000">
            <a:off x="5246676" y="153112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5"/>
          <p:cNvSpPr txBox="1"/>
          <p:nvPr>
            <p:ph type="title"/>
          </p:nvPr>
        </p:nvSpPr>
        <p:spPr>
          <a:xfrm>
            <a:off x="1388100" y="1076025"/>
            <a:ext cx="6367800" cy="28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95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56" name="Google Shape;556;p35"/>
          <p:cNvSpPr/>
          <p:nvPr/>
        </p:nvSpPr>
        <p:spPr>
          <a:xfrm flipH="1">
            <a:off x="-426404" y="-84700"/>
            <a:ext cx="6890071" cy="880003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5"/>
          <p:cNvSpPr/>
          <p:nvPr/>
        </p:nvSpPr>
        <p:spPr>
          <a:xfrm rot="10800000">
            <a:off x="-294784" y="-365201"/>
            <a:ext cx="3086654" cy="972101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35"/>
          <p:cNvSpPr/>
          <p:nvPr/>
        </p:nvSpPr>
        <p:spPr>
          <a:xfrm rot="-5400147">
            <a:off x="232464" y="-691625"/>
            <a:ext cx="1404839" cy="2093848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5"/>
          <p:cNvSpPr/>
          <p:nvPr/>
        </p:nvSpPr>
        <p:spPr>
          <a:xfrm flipH="1">
            <a:off x="683516" y="606900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35"/>
          <p:cNvSpPr/>
          <p:nvPr/>
        </p:nvSpPr>
        <p:spPr>
          <a:xfrm flipH="1">
            <a:off x="2476066" y="6665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35"/>
          <p:cNvSpPr/>
          <p:nvPr/>
        </p:nvSpPr>
        <p:spPr>
          <a:xfrm flipH="1">
            <a:off x="3173616" y="244725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35"/>
          <p:cNvSpPr/>
          <p:nvPr/>
        </p:nvSpPr>
        <p:spPr>
          <a:xfrm flipH="1">
            <a:off x="6566441" y="273550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35"/>
          <p:cNvSpPr/>
          <p:nvPr/>
        </p:nvSpPr>
        <p:spPr>
          <a:xfrm flipH="1" rot="10800000">
            <a:off x="2631095" y="4430364"/>
            <a:ext cx="6890071" cy="880003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35"/>
          <p:cNvSpPr/>
          <p:nvPr/>
        </p:nvSpPr>
        <p:spPr>
          <a:xfrm>
            <a:off x="6302893" y="4618767"/>
            <a:ext cx="3086654" cy="972101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35"/>
          <p:cNvSpPr/>
          <p:nvPr/>
        </p:nvSpPr>
        <p:spPr>
          <a:xfrm rot="5399853">
            <a:off x="7457460" y="3823444"/>
            <a:ext cx="1404839" cy="2093848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35"/>
          <p:cNvSpPr/>
          <p:nvPr/>
        </p:nvSpPr>
        <p:spPr>
          <a:xfrm flipH="1" rot="10800000">
            <a:off x="8312846" y="4520067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35"/>
          <p:cNvSpPr/>
          <p:nvPr/>
        </p:nvSpPr>
        <p:spPr>
          <a:xfrm flipH="1" rot="10800000">
            <a:off x="6455196" y="4395617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35"/>
          <p:cNvSpPr/>
          <p:nvPr/>
        </p:nvSpPr>
        <p:spPr>
          <a:xfrm flipH="1" rot="10800000">
            <a:off x="5822746" y="4882242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35"/>
          <p:cNvSpPr/>
          <p:nvPr/>
        </p:nvSpPr>
        <p:spPr>
          <a:xfrm flipH="1" rot="10800000">
            <a:off x="8749921" y="4232117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35"/>
          <p:cNvSpPr/>
          <p:nvPr/>
        </p:nvSpPr>
        <p:spPr>
          <a:xfrm flipH="1" rot="10800000">
            <a:off x="2364821" y="4788617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35"/>
          <p:cNvSpPr/>
          <p:nvPr/>
        </p:nvSpPr>
        <p:spPr>
          <a:xfrm flipH="1">
            <a:off x="181341" y="8300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6"/>
          <p:cNvSpPr txBox="1"/>
          <p:nvPr>
            <p:ph type="title"/>
          </p:nvPr>
        </p:nvSpPr>
        <p:spPr>
          <a:xfrm>
            <a:off x="2141950" y="1922950"/>
            <a:ext cx="4860000" cy="8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74" name="Google Shape;574;p36"/>
          <p:cNvSpPr txBox="1"/>
          <p:nvPr>
            <p:ph idx="1" type="subTitle"/>
          </p:nvPr>
        </p:nvSpPr>
        <p:spPr>
          <a:xfrm>
            <a:off x="2142050" y="2757125"/>
            <a:ext cx="4860000" cy="49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75" name="Google Shape;575;p36"/>
          <p:cNvSpPr/>
          <p:nvPr/>
        </p:nvSpPr>
        <p:spPr>
          <a:xfrm flipH="1" rot="10800000">
            <a:off x="5365175" y="3285293"/>
            <a:ext cx="4058317" cy="1729782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36"/>
          <p:cNvSpPr/>
          <p:nvPr/>
        </p:nvSpPr>
        <p:spPr>
          <a:xfrm flipH="1" rot="10800000">
            <a:off x="4874550" y="4429982"/>
            <a:ext cx="4130269" cy="1085168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36"/>
          <p:cNvSpPr/>
          <p:nvPr/>
        </p:nvSpPr>
        <p:spPr>
          <a:xfrm flipH="1">
            <a:off x="5365175" y="46636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36"/>
          <p:cNvSpPr/>
          <p:nvPr/>
        </p:nvSpPr>
        <p:spPr>
          <a:xfrm flipH="1">
            <a:off x="7188788" y="438261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36"/>
          <p:cNvSpPr/>
          <p:nvPr/>
        </p:nvSpPr>
        <p:spPr>
          <a:xfrm flipH="1">
            <a:off x="6621274" y="3703451"/>
            <a:ext cx="2874201" cy="1521816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36"/>
          <p:cNvSpPr/>
          <p:nvPr/>
        </p:nvSpPr>
        <p:spPr>
          <a:xfrm flipH="1">
            <a:off x="7832875" y="401702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6"/>
          <p:cNvSpPr/>
          <p:nvPr/>
        </p:nvSpPr>
        <p:spPr>
          <a:xfrm flipH="1">
            <a:off x="8890913" y="3007538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36"/>
          <p:cNvSpPr/>
          <p:nvPr/>
        </p:nvSpPr>
        <p:spPr>
          <a:xfrm flipH="1">
            <a:off x="-260192" y="166613"/>
            <a:ext cx="4058317" cy="1729782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36"/>
          <p:cNvSpPr/>
          <p:nvPr/>
        </p:nvSpPr>
        <p:spPr>
          <a:xfrm flipH="1">
            <a:off x="158481" y="-333462"/>
            <a:ext cx="4130269" cy="1085168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36"/>
          <p:cNvSpPr/>
          <p:nvPr/>
        </p:nvSpPr>
        <p:spPr>
          <a:xfrm flipH="1" rot="10800000">
            <a:off x="3699725" y="41931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36"/>
          <p:cNvSpPr/>
          <p:nvPr/>
        </p:nvSpPr>
        <p:spPr>
          <a:xfrm flipH="1" rot="10800000">
            <a:off x="1811013" y="635575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36"/>
          <p:cNvSpPr/>
          <p:nvPr/>
        </p:nvSpPr>
        <p:spPr>
          <a:xfrm flipH="1" rot="10800000">
            <a:off x="-332175" y="-43579"/>
            <a:ext cx="2874201" cy="1521816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36"/>
          <p:cNvSpPr/>
          <p:nvPr/>
        </p:nvSpPr>
        <p:spPr>
          <a:xfrm flipH="1" rot="10800000">
            <a:off x="1232025" y="106596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36"/>
          <p:cNvSpPr/>
          <p:nvPr/>
        </p:nvSpPr>
        <p:spPr>
          <a:xfrm flipH="1" rot="10800000">
            <a:off x="108888" y="20106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37"/>
          <p:cNvSpPr txBox="1"/>
          <p:nvPr>
            <p:ph idx="1" type="body"/>
          </p:nvPr>
        </p:nvSpPr>
        <p:spPr>
          <a:xfrm>
            <a:off x="540000" y="540000"/>
            <a:ext cx="3590400" cy="90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3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</a:lstStyle>
          <a:p/>
        </p:txBody>
      </p:sp>
      <p:sp>
        <p:nvSpPr>
          <p:cNvPr id="591" name="Google Shape;591;p37"/>
          <p:cNvSpPr/>
          <p:nvPr/>
        </p:nvSpPr>
        <p:spPr>
          <a:xfrm flipH="1">
            <a:off x="3426309" y="3056502"/>
            <a:ext cx="5986869" cy="212719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37"/>
          <p:cNvSpPr/>
          <p:nvPr/>
        </p:nvSpPr>
        <p:spPr>
          <a:xfrm flipH="1" rot="10800000">
            <a:off x="5737690" y="3381530"/>
            <a:ext cx="3675485" cy="1893812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37"/>
          <p:cNvSpPr/>
          <p:nvPr/>
        </p:nvSpPr>
        <p:spPr>
          <a:xfrm rot="315040">
            <a:off x="7305814" y="4459737"/>
            <a:ext cx="2114446" cy="997085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37"/>
          <p:cNvSpPr/>
          <p:nvPr/>
        </p:nvSpPr>
        <p:spPr>
          <a:xfrm flipH="1">
            <a:off x="5699552" y="478436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37"/>
          <p:cNvSpPr/>
          <p:nvPr/>
        </p:nvSpPr>
        <p:spPr>
          <a:xfrm flipH="1">
            <a:off x="8043764" y="39431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37"/>
          <p:cNvSpPr/>
          <p:nvPr/>
        </p:nvSpPr>
        <p:spPr>
          <a:xfrm flipH="1">
            <a:off x="8476477" y="342716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37"/>
          <p:cNvSpPr/>
          <p:nvPr/>
        </p:nvSpPr>
        <p:spPr>
          <a:xfrm flipH="1">
            <a:off x="7442277" y="3557038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38"/>
          <p:cNvSpPr txBox="1"/>
          <p:nvPr>
            <p:ph hasCustomPrompt="1" type="title"/>
          </p:nvPr>
        </p:nvSpPr>
        <p:spPr>
          <a:xfrm>
            <a:off x="1217350" y="1604400"/>
            <a:ext cx="6709200" cy="14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0" name="Google Shape;600;p38"/>
          <p:cNvSpPr txBox="1"/>
          <p:nvPr>
            <p:ph idx="1" type="body"/>
          </p:nvPr>
        </p:nvSpPr>
        <p:spPr>
          <a:xfrm>
            <a:off x="1668825" y="3087600"/>
            <a:ext cx="5806200" cy="4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1" name="Google Shape;601;p38"/>
          <p:cNvSpPr/>
          <p:nvPr/>
        </p:nvSpPr>
        <p:spPr>
          <a:xfrm flipH="1" rot="10800000">
            <a:off x="2527149" y="4367365"/>
            <a:ext cx="6890071" cy="880003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38"/>
          <p:cNvSpPr/>
          <p:nvPr/>
        </p:nvSpPr>
        <p:spPr>
          <a:xfrm>
            <a:off x="6198946" y="4555768"/>
            <a:ext cx="3086654" cy="972101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38"/>
          <p:cNvSpPr/>
          <p:nvPr/>
        </p:nvSpPr>
        <p:spPr>
          <a:xfrm flipH="1" rot="-7520738">
            <a:off x="7812289" y="3760467"/>
            <a:ext cx="1404819" cy="2093810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38"/>
          <p:cNvSpPr/>
          <p:nvPr/>
        </p:nvSpPr>
        <p:spPr>
          <a:xfrm flipH="1">
            <a:off x="5018091" y="4725625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38"/>
          <p:cNvSpPr/>
          <p:nvPr/>
        </p:nvSpPr>
        <p:spPr>
          <a:xfrm flipH="1">
            <a:off x="7887341" y="4554150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38"/>
          <p:cNvSpPr/>
          <p:nvPr/>
        </p:nvSpPr>
        <p:spPr>
          <a:xfrm flipH="1">
            <a:off x="8652966" y="3628775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38"/>
          <p:cNvSpPr/>
          <p:nvPr/>
        </p:nvSpPr>
        <p:spPr>
          <a:xfrm flipH="1">
            <a:off x="7477516" y="4367375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38"/>
          <p:cNvSpPr/>
          <p:nvPr/>
        </p:nvSpPr>
        <p:spPr>
          <a:xfrm flipH="1">
            <a:off x="-426404" y="-84700"/>
            <a:ext cx="6890071" cy="880003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38"/>
          <p:cNvSpPr/>
          <p:nvPr/>
        </p:nvSpPr>
        <p:spPr>
          <a:xfrm rot="10800000">
            <a:off x="-294784" y="-365201"/>
            <a:ext cx="3086654" cy="972101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38"/>
          <p:cNvSpPr/>
          <p:nvPr/>
        </p:nvSpPr>
        <p:spPr>
          <a:xfrm flipH="1" rot="3279262">
            <a:off x="-226292" y="-691608"/>
            <a:ext cx="1404819" cy="2093810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38"/>
          <p:cNvSpPr/>
          <p:nvPr/>
        </p:nvSpPr>
        <p:spPr>
          <a:xfrm flipH="1">
            <a:off x="885666" y="606900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38"/>
          <p:cNvSpPr/>
          <p:nvPr/>
        </p:nvSpPr>
        <p:spPr>
          <a:xfrm flipH="1">
            <a:off x="2476066" y="6665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38"/>
          <p:cNvSpPr/>
          <p:nvPr/>
        </p:nvSpPr>
        <p:spPr>
          <a:xfrm flipH="1">
            <a:off x="82941" y="1435200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tents">
  <p:cSld name="CUSTOM"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40"/>
          <p:cNvSpPr txBox="1"/>
          <p:nvPr>
            <p:ph type="title"/>
          </p:nvPr>
        </p:nvSpPr>
        <p:spPr>
          <a:xfrm>
            <a:off x="2727000" y="363275"/>
            <a:ext cx="369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17" name="Google Shape;617;p40"/>
          <p:cNvSpPr txBox="1"/>
          <p:nvPr>
            <p:ph idx="1" type="subTitle"/>
          </p:nvPr>
        </p:nvSpPr>
        <p:spPr>
          <a:xfrm>
            <a:off x="4379650" y="1868975"/>
            <a:ext cx="3830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618" name="Google Shape;618;p40"/>
          <p:cNvSpPr txBox="1"/>
          <p:nvPr>
            <p:ph idx="2" type="subTitle"/>
          </p:nvPr>
        </p:nvSpPr>
        <p:spPr>
          <a:xfrm>
            <a:off x="5051588" y="2188088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19" name="Google Shape;619;p40"/>
          <p:cNvSpPr txBox="1"/>
          <p:nvPr>
            <p:ph idx="3" type="subTitle"/>
          </p:nvPr>
        </p:nvSpPr>
        <p:spPr>
          <a:xfrm>
            <a:off x="934238" y="1868975"/>
            <a:ext cx="36900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620" name="Google Shape;620;p40"/>
          <p:cNvSpPr txBox="1"/>
          <p:nvPr>
            <p:ph idx="4" type="subTitle"/>
          </p:nvPr>
        </p:nvSpPr>
        <p:spPr>
          <a:xfrm>
            <a:off x="1536188" y="2188088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21" name="Google Shape;621;p40"/>
          <p:cNvSpPr txBox="1"/>
          <p:nvPr>
            <p:ph idx="5" type="subTitle"/>
          </p:nvPr>
        </p:nvSpPr>
        <p:spPr>
          <a:xfrm>
            <a:off x="4379600" y="3770850"/>
            <a:ext cx="3830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622" name="Google Shape;622;p40"/>
          <p:cNvSpPr txBox="1"/>
          <p:nvPr>
            <p:ph idx="6" type="subTitle"/>
          </p:nvPr>
        </p:nvSpPr>
        <p:spPr>
          <a:xfrm>
            <a:off x="5051588" y="4089975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23" name="Google Shape;623;p40"/>
          <p:cNvSpPr txBox="1"/>
          <p:nvPr>
            <p:ph idx="7" type="subTitle"/>
          </p:nvPr>
        </p:nvSpPr>
        <p:spPr>
          <a:xfrm>
            <a:off x="934238" y="3770850"/>
            <a:ext cx="36900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624" name="Google Shape;624;p40"/>
          <p:cNvSpPr txBox="1"/>
          <p:nvPr>
            <p:ph idx="8" type="subTitle"/>
          </p:nvPr>
        </p:nvSpPr>
        <p:spPr>
          <a:xfrm>
            <a:off x="1536188" y="4089975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25" name="Google Shape;625;p40"/>
          <p:cNvSpPr txBox="1"/>
          <p:nvPr>
            <p:ph hasCustomPrompt="1" idx="9" type="title"/>
          </p:nvPr>
        </p:nvSpPr>
        <p:spPr>
          <a:xfrm>
            <a:off x="2259638" y="1171113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626" name="Google Shape;626;p40"/>
          <p:cNvSpPr txBox="1"/>
          <p:nvPr>
            <p:ph hasCustomPrompt="1" idx="13" type="title"/>
          </p:nvPr>
        </p:nvSpPr>
        <p:spPr>
          <a:xfrm>
            <a:off x="5775063" y="1171113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627" name="Google Shape;627;p40"/>
          <p:cNvSpPr txBox="1"/>
          <p:nvPr>
            <p:ph hasCustomPrompt="1" idx="14" type="title"/>
          </p:nvPr>
        </p:nvSpPr>
        <p:spPr>
          <a:xfrm>
            <a:off x="2259638" y="3071125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628" name="Google Shape;628;p40"/>
          <p:cNvSpPr txBox="1"/>
          <p:nvPr>
            <p:ph hasCustomPrompt="1" idx="15" type="title"/>
          </p:nvPr>
        </p:nvSpPr>
        <p:spPr>
          <a:xfrm>
            <a:off x="5775063" y="3071125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629" name="Google Shape;629;p40"/>
          <p:cNvSpPr/>
          <p:nvPr/>
        </p:nvSpPr>
        <p:spPr>
          <a:xfrm rot="-5267561">
            <a:off x="-2166865" y="2462282"/>
            <a:ext cx="4818716" cy="780968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0"/>
          <p:cNvSpPr/>
          <p:nvPr/>
        </p:nvSpPr>
        <p:spPr>
          <a:xfrm rot="-5400000">
            <a:off x="-954332" y="1253578"/>
            <a:ext cx="2393629" cy="966464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0"/>
          <p:cNvSpPr/>
          <p:nvPr/>
        </p:nvSpPr>
        <p:spPr>
          <a:xfrm rot="5400000">
            <a:off x="-672825" y="419298"/>
            <a:ext cx="2096898" cy="98915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40"/>
          <p:cNvSpPr/>
          <p:nvPr/>
        </p:nvSpPr>
        <p:spPr>
          <a:xfrm rot="5400000">
            <a:off x="121363" y="313296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40"/>
          <p:cNvSpPr/>
          <p:nvPr/>
        </p:nvSpPr>
        <p:spPr>
          <a:xfrm rot="5400000">
            <a:off x="993813" y="264713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0"/>
          <p:cNvSpPr/>
          <p:nvPr/>
        </p:nvSpPr>
        <p:spPr>
          <a:xfrm rot="5400000">
            <a:off x="540138" y="1290438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40"/>
          <p:cNvSpPr/>
          <p:nvPr/>
        </p:nvSpPr>
        <p:spPr>
          <a:xfrm rot="5400000">
            <a:off x="441438" y="270051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40"/>
          <p:cNvSpPr/>
          <p:nvPr/>
        </p:nvSpPr>
        <p:spPr>
          <a:xfrm rot="5532439">
            <a:off x="6598811" y="1897536"/>
            <a:ext cx="4818716" cy="780968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0"/>
          <p:cNvSpPr/>
          <p:nvPr/>
        </p:nvSpPr>
        <p:spPr>
          <a:xfrm rot="5400000">
            <a:off x="7811366" y="2920743"/>
            <a:ext cx="2393629" cy="966464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0"/>
          <p:cNvSpPr/>
          <p:nvPr/>
        </p:nvSpPr>
        <p:spPr>
          <a:xfrm rot="-5400000">
            <a:off x="7826590" y="3732336"/>
            <a:ext cx="2096898" cy="98915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40"/>
          <p:cNvSpPr/>
          <p:nvPr/>
        </p:nvSpPr>
        <p:spPr>
          <a:xfrm rot="-5400000">
            <a:off x="8965800" y="1844324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40"/>
          <p:cNvSpPr/>
          <p:nvPr/>
        </p:nvSpPr>
        <p:spPr>
          <a:xfrm rot="-5400000">
            <a:off x="8612125" y="375164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0"/>
          <p:cNvSpPr/>
          <p:nvPr/>
        </p:nvSpPr>
        <p:spPr>
          <a:xfrm rot="-5400000">
            <a:off x="8710825" y="234157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40"/>
          <p:cNvSpPr/>
          <p:nvPr/>
        </p:nvSpPr>
        <p:spPr>
          <a:xfrm rot="-5400000">
            <a:off x="8158450" y="4777374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41"/>
          <p:cNvSpPr txBox="1"/>
          <p:nvPr>
            <p:ph type="title"/>
          </p:nvPr>
        </p:nvSpPr>
        <p:spPr>
          <a:xfrm>
            <a:off x="3373350" y="2938325"/>
            <a:ext cx="4044000" cy="49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100"/>
              <a:buNone/>
              <a:defRPr sz="3000"/>
            </a:lvl1pPr>
            <a:lvl2pPr lvl="1" rtl="0">
              <a:spcBef>
                <a:spcPts val="160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45" name="Google Shape;645;p41"/>
          <p:cNvSpPr txBox="1"/>
          <p:nvPr>
            <p:ph idx="1" type="subTitle"/>
          </p:nvPr>
        </p:nvSpPr>
        <p:spPr>
          <a:xfrm>
            <a:off x="1726650" y="1707450"/>
            <a:ext cx="5690700" cy="9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20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46" name="Google Shape;646;p41"/>
          <p:cNvSpPr/>
          <p:nvPr/>
        </p:nvSpPr>
        <p:spPr>
          <a:xfrm>
            <a:off x="2301825" y="-81050"/>
            <a:ext cx="5472801" cy="1242133"/>
          </a:xfrm>
          <a:custGeom>
            <a:rect b="b" l="l" r="r" t="t"/>
            <a:pathLst>
              <a:path extrusionOk="0" h="48554" w="113987">
                <a:moveTo>
                  <a:pt x="1" y="1"/>
                </a:moveTo>
                <a:cubicBezTo>
                  <a:pt x="1664" y="4622"/>
                  <a:pt x="7395" y="8627"/>
                  <a:pt x="14480" y="9243"/>
                </a:cubicBezTo>
                <a:cubicBezTo>
                  <a:pt x="15269" y="9310"/>
                  <a:pt x="16057" y="9341"/>
                  <a:pt x="16844" y="9341"/>
                </a:cubicBezTo>
                <a:cubicBezTo>
                  <a:pt x="26954" y="9341"/>
                  <a:pt x="36902" y="4191"/>
                  <a:pt x="46543" y="4191"/>
                </a:cubicBezTo>
                <a:cubicBezTo>
                  <a:pt x="48520" y="4191"/>
                  <a:pt x="50484" y="4408"/>
                  <a:pt x="52434" y="4930"/>
                </a:cubicBezTo>
                <a:cubicBezTo>
                  <a:pt x="59335" y="6717"/>
                  <a:pt x="63032" y="11831"/>
                  <a:pt x="63833" y="16760"/>
                </a:cubicBezTo>
                <a:cubicBezTo>
                  <a:pt x="64634" y="21750"/>
                  <a:pt x="63155" y="26680"/>
                  <a:pt x="62970" y="31609"/>
                </a:cubicBezTo>
                <a:cubicBezTo>
                  <a:pt x="62847" y="36538"/>
                  <a:pt x="64264" y="41898"/>
                  <a:pt x="69563" y="45349"/>
                </a:cubicBezTo>
                <a:cubicBezTo>
                  <a:pt x="73005" y="47564"/>
                  <a:pt x="77580" y="48553"/>
                  <a:pt x="82312" y="48553"/>
                </a:cubicBezTo>
                <a:cubicBezTo>
                  <a:pt x="88505" y="48553"/>
                  <a:pt x="94967" y="46857"/>
                  <a:pt x="99507" y="43993"/>
                </a:cubicBezTo>
                <a:cubicBezTo>
                  <a:pt x="107579" y="38941"/>
                  <a:pt x="110906" y="31362"/>
                  <a:pt x="112508" y="24030"/>
                </a:cubicBezTo>
                <a:cubicBezTo>
                  <a:pt x="113987" y="17253"/>
                  <a:pt x="112262" y="3821"/>
                  <a:pt x="1038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41"/>
          <p:cNvSpPr/>
          <p:nvPr/>
        </p:nvSpPr>
        <p:spPr>
          <a:xfrm rot="10800000">
            <a:off x="3105740" y="-321877"/>
            <a:ext cx="2419310" cy="861877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1"/>
          <p:cNvSpPr/>
          <p:nvPr/>
        </p:nvSpPr>
        <p:spPr>
          <a:xfrm rot="-5400000">
            <a:off x="5094113" y="-676765"/>
            <a:ext cx="969192" cy="1790903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41"/>
          <p:cNvSpPr/>
          <p:nvPr/>
        </p:nvSpPr>
        <p:spPr>
          <a:xfrm rot="5400000">
            <a:off x="6553938" y="4582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41"/>
          <p:cNvSpPr/>
          <p:nvPr/>
        </p:nvSpPr>
        <p:spPr>
          <a:xfrm rot="5400000">
            <a:off x="4522788" y="64931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1"/>
          <p:cNvSpPr/>
          <p:nvPr/>
        </p:nvSpPr>
        <p:spPr>
          <a:xfrm rot="5400000">
            <a:off x="8054788" y="93838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1"/>
          <p:cNvSpPr/>
          <p:nvPr/>
        </p:nvSpPr>
        <p:spPr>
          <a:xfrm rot="5400000">
            <a:off x="2853363" y="301738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41"/>
          <p:cNvSpPr/>
          <p:nvPr/>
        </p:nvSpPr>
        <p:spPr>
          <a:xfrm rot="5400000">
            <a:off x="2401288" y="539838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41"/>
          <p:cNvSpPr/>
          <p:nvPr/>
        </p:nvSpPr>
        <p:spPr>
          <a:xfrm rot="10800000">
            <a:off x="1820973" y="3982367"/>
            <a:ext cx="5577954" cy="1242133"/>
          </a:xfrm>
          <a:custGeom>
            <a:rect b="b" l="l" r="r" t="t"/>
            <a:pathLst>
              <a:path extrusionOk="0" h="48554" w="113987">
                <a:moveTo>
                  <a:pt x="1" y="1"/>
                </a:moveTo>
                <a:cubicBezTo>
                  <a:pt x="1664" y="4622"/>
                  <a:pt x="7395" y="8627"/>
                  <a:pt x="14480" y="9243"/>
                </a:cubicBezTo>
                <a:cubicBezTo>
                  <a:pt x="15269" y="9310"/>
                  <a:pt x="16057" y="9341"/>
                  <a:pt x="16844" y="9341"/>
                </a:cubicBezTo>
                <a:cubicBezTo>
                  <a:pt x="26954" y="9341"/>
                  <a:pt x="36902" y="4191"/>
                  <a:pt x="46543" y="4191"/>
                </a:cubicBezTo>
                <a:cubicBezTo>
                  <a:pt x="48520" y="4191"/>
                  <a:pt x="50484" y="4408"/>
                  <a:pt x="52434" y="4930"/>
                </a:cubicBezTo>
                <a:cubicBezTo>
                  <a:pt x="59335" y="6717"/>
                  <a:pt x="63032" y="11831"/>
                  <a:pt x="63833" y="16760"/>
                </a:cubicBezTo>
                <a:cubicBezTo>
                  <a:pt x="64634" y="21750"/>
                  <a:pt x="63155" y="26680"/>
                  <a:pt x="62970" y="31609"/>
                </a:cubicBezTo>
                <a:cubicBezTo>
                  <a:pt x="62847" y="36538"/>
                  <a:pt x="64264" y="41898"/>
                  <a:pt x="69563" y="45349"/>
                </a:cubicBezTo>
                <a:cubicBezTo>
                  <a:pt x="73005" y="47564"/>
                  <a:pt x="77580" y="48553"/>
                  <a:pt x="82312" y="48553"/>
                </a:cubicBezTo>
                <a:cubicBezTo>
                  <a:pt x="88505" y="48553"/>
                  <a:pt x="94967" y="46857"/>
                  <a:pt x="99507" y="43993"/>
                </a:cubicBezTo>
                <a:cubicBezTo>
                  <a:pt x="107579" y="38941"/>
                  <a:pt x="110906" y="31362"/>
                  <a:pt x="112508" y="24030"/>
                </a:cubicBezTo>
                <a:cubicBezTo>
                  <a:pt x="113987" y="17253"/>
                  <a:pt x="112262" y="3821"/>
                  <a:pt x="1038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41"/>
          <p:cNvSpPr/>
          <p:nvPr/>
        </p:nvSpPr>
        <p:spPr>
          <a:xfrm>
            <a:off x="4175688" y="4603443"/>
            <a:ext cx="2419310" cy="861877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41"/>
          <p:cNvSpPr/>
          <p:nvPr/>
        </p:nvSpPr>
        <p:spPr>
          <a:xfrm rot="5400000">
            <a:off x="3798057" y="3940705"/>
            <a:ext cx="969192" cy="1790903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41"/>
          <p:cNvSpPr/>
          <p:nvPr/>
        </p:nvSpPr>
        <p:spPr>
          <a:xfrm rot="-5400000">
            <a:off x="2853375" y="436303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41"/>
          <p:cNvSpPr/>
          <p:nvPr/>
        </p:nvSpPr>
        <p:spPr>
          <a:xfrm rot="-5400000">
            <a:off x="5079550" y="4395431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1"/>
          <p:cNvSpPr/>
          <p:nvPr/>
        </p:nvSpPr>
        <p:spPr>
          <a:xfrm rot="-5400000">
            <a:off x="1555000" y="4841556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1"/>
          <p:cNvSpPr/>
          <p:nvPr/>
        </p:nvSpPr>
        <p:spPr>
          <a:xfrm rot="-5400000">
            <a:off x="6683875" y="4678206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41"/>
          <p:cNvSpPr/>
          <p:nvPr/>
        </p:nvSpPr>
        <p:spPr>
          <a:xfrm rot="-5400000">
            <a:off x="7201050" y="4504906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3"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42"/>
          <p:cNvSpPr txBox="1"/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64" name="Google Shape;664;p42"/>
          <p:cNvSpPr txBox="1"/>
          <p:nvPr>
            <p:ph hasCustomPrompt="1" idx="2" type="title"/>
          </p:nvPr>
        </p:nvSpPr>
        <p:spPr>
          <a:xfrm>
            <a:off x="884798" y="1499138"/>
            <a:ext cx="32004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65" name="Google Shape;665;p42"/>
          <p:cNvSpPr txBox="1"/>
          <p:nvPr>
            <p:ph idx="1" type="subTitle"/>
          </p:nvPr>
        </p:nvSpPr>
        <p:spPr>
          <a:xfrm>
            <a:off x="1099425" y="2130913"/>
            <a:ext cx="27711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66" name="Google Shape;666;p42"/>
          <p:cNvSpPr txBox="1"/>
          <p:nvPr>
            <p:ph hasCustomPrompt="1" idx="3" type="title"/>
          </p:nvPr>
        </p:nvSpPr>
        <p:spPr>
          <a:xfrm>
            <a:off x="5058798" y="1499138"/>
            <a:ext cx="32004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67" name="Google Shape;667;p42"/>
          <p:cNvSpPr txBox="1"/>
          <p:nvPr>
            <p:ph idx="4" type="subTitle"/>
          </p:nvPr>
        </p:nvSpPr>
        <p:spPr>
          <a:xfrm>
            <a:off x="5273425" y="2130925"/>
            <a:ext cx="27711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68" name="Google Shape;668;p42"/>
          <p:cNvSpPr txBox="1"/>
          <p:nvPr>
            <p:ph hasCustomPrompt="1" idx="5" type="title"/>
          </p:nvPr>
        </p:nvSpPr>
        <p:spPr>
          <a:xfrm>
            <a:off x="2971798" y="3109475"/>
            <a:ext cx="32004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69" name="Google Shape;669;p42"/>
          <p:cNvSpPr txBox="1"/>
          <p:nvPr>
            <p:ph idx="6" type="subTitle"/>
          </p:nvPr>
        </p:nvSpPr>
        <p:spPr>
          <a:xfrm>
            <a:off x="3186425" y="3740725"/>
            <a:ext cx="277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70" name="Google Shape;670;p42"/>
          <p:cNvSpPr/>
          <p:nvPr/>
        </p:nvSpPr>
        <p:spPr>
          <a:xfrm flipH="1" rot="10800000">
            <a:off x="6626826" y="3797502"/>
            <a:ext cx="2810674" cy="1198053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42"/>
          <p:cNvSpPr/>
          <p:nvPr/>
        </p:nvSpPr>
        <p:spPr>
          <a:xfrm flipH="1" rot="10800000">
            <a:off x="6287025" y="4590289"/>
            <a:ext cx="2860647" cy="751611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42"/>
          <p:cNvSpPr/>
          <p:nvPr/>
        </p:nvSpPr>
        <p:spPr>
          <a:xfrm flipH="1">
            <a:off x="6239900" y="47422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42"/>
          <p:cNvSpPr/>
          <p:nvPr/>
        </p:nvSpPr>
        <p:spPr>
          <a:xfrm flipH="1">
            <a:off x="7868588" y="4484088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42"/>
          <p:cNvSpPr/>
          <p:nvPr/>
        </p:nvSpPr>
        <p:spPr>
          <a:xfrm flipH="1">
            <a:off x="7496815" y="4087142"/>
            <a:ext cx="1990610" cy="1054010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42"/>
          <p:cNvSpPr/>
          <p:nvPr/>
        </p:nvSpPr>
        <p:spPr>
          <a:xfrm flipH="1">
            <a:off x="8130075" y="4087150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42"/>
          <p:cNvSpPr/>
          <p:nvPr/>
        </p:nvSpPr>
        <p:spPr>
          <a:xfrm flipH="1">
            <a:off x="8852338" y="3444788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42"/>
          <p:cNvSpPr/>
          <p:nvPr/>
        </p:nvSpPr>
        <p:spPr>
          <a:xfrm flipH="1">
            <a:off x="-249101" y="82083"/>
            <a:ext cx="2810674" cy="1198053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42"/>
          <p:cNvSpPr/>
          <p:nvPr/>
        </p:nvSpPr>
        <p:spPr>
          <a:xfrm flipH="1">
            <a:off x="40728" y="-264262"/>
            <a:ext cx="2860647" cy="751611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42"/>
          <p:cNvSpPr/>
          <p:nvPr/>
        </p:nvSpPr>
        <p:spPr>
          <a:xfrm flipH="1" rot="10800000">
            <a:off x="1156313" y="4300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42"/>
          <p:cNvSpPr/>
          <p:nvPr/>
        </p:nvSpPr>
        <p:spPr>
          <a:xfrm flipH="1" rot="10800000">
            <a:off x="-299025" y="-63514"/>
            <a:ext cx="1990610" cy="1054010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42"/>
          <p:cNvSpPr/>
          <p:nvPr/>
        </p:nvSpPr>
        <p:spPr>
          <a:xfrm flipH="1" rot="10800000">
            <a:off x="959925" y="891788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42"/>
          <p:cNvSpPr/>
          <p:nvPr/>
        </p:nvSpPr>
        <p:spPr>
          <a:xfrm flipH="1">
            <a:off x="2802975" y="2321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42"/>
          <p:cNvSpPr/>
          <p:nvPr/>
        </p:nvSpPr>
        <p:spPr>
          <a:xfrm flipH="1" rot="10800000">
            <a:off x="172563" y="14693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2"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43"/>
          <p:cNvSpPr txBox="1"/>
          <p:nvPr>
            <p:ph type="title"/>
          </p:nvPr>
        </p:nvSpPr>
        <p:spPr>
          <a:xfrm>
            <a:off x="2129125" y="363275"/>
            <a:ext cx="488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86" name="Google Shape;686;p43"/>
          <p:cNvSpPr/>
          <p:nvPr/>
        </p:nvSpPr>
        <p:spPr>
          <a:xfrm flipH="1">
            <a:off x="-141518" y="-118290"/>
            <a:ext cx="3204343" cy="1651139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43"/>
          <p:cNvSpPr/>
          <p:nvPr/>
        </p:nvSpPr>
        <p:spPr>
          <a:xfrm flipH="1" rot="10800000">
            <a:off x="-241297" y="-72669"/>
            <a:ext cx="2420522" cy="1034218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43"/>
          <p:cNvSpPr/>
          <p:nvPr/>
        </p:nvSpPr>
        <p:spPr>
          <a:xfrm rot="-10484947">
            <a:off x="-697915" y="-411807"/>
            <a:ext cx="1843431" cy="869285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43"/>
          <p:cNvSpPr/>
          <p:nvPr/>
        </p:nvSpPr>
        <p:spPr>
          <a:xfrm flipH="1" rot="10800000">
            <a:off x="1759263" y="45824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43"/>
          <p:cNvSpPr/>
          <p:nvPr/>
        </p:nvSpPr>
        <p:spPr>
          <a:xfrm flipH="1" rot="10800000">
            <a:off x="869351" y="69715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43"/>
          <p:cNvSpPr/>
          <p:nvPr/>
        </p:nvSpPr>
        <p:spPr>
          <a:xfrm flipH="1" rot="10800000">
            <a:off x="91151" y="126233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4"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44"/>
          <p:cNvSpPr txBox="1"/>
          <p:nvPr>
            <p:ph type="title"/>
          </p:nvPr>
        </p:nvSpPr>
        <p:spPr>
          <a:xfrm>
            <a:off x="2846475" y="363275"/>
            <a:ext cx="345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94" name="Google Shape;694;p44"/>
          <p:cNvSpPr txBox="1"/>
          <p:nvPr>
            <p:ph idx="1" type="subTitle"/>
          </p:nvPr>
        </p:nvSpPr>
        <p:spPr>
          <a:xfrm>
            <a:off x="788350" y="1645450"/>
            <a:ext cx="27045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695" name="Google Shape;695;p44"/>
          <p:cNvSpPr txBox="1"/>
          <p:nvPr>
            <p:ph idx="2" type="subTitle"/>
          </p:nvPr>
        </p:nvSpPr>
        <p:spPr>
          <a:xfrm>
            <a:off x="538175" y="2255400"/>
            <a:ext cx="3834000" cy="19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200"/>
            </a:lvl1pPr>
            <a:lvl2pPr lvl="1" rtl="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6" name="Google Shape;696;p44"/>
          <p:cNvSpPr txBox="1"/>
          <p:nvPr>
            <p:ph idx="3" type="subTitle"/>
          </p:nvPr>
        </p:nvSpPr>
        <p:spPr>
          <a:xfrm>
            <a:off x="5158975" y="1645450"/>
            <a:ext cx="27045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697" name="Google Shape;697;p44"/>
          <p:cNvSpPr txBox="1"/>
          <p:nvPr>
            <p:ph idx="4" type="subTitle"/>
          </p:nvPr>
        </p:nvSpPr>
        <p:spPr>
          <a:xfrm>
            <a:off x="4771825" y="2255400"/>
            <a:ext cx="3834000" cy="19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200"/>
            </a:lvl1pPr>
            <a:lvl2pPr lvl="1" rtl="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8" name="Google Shape;698;p44"/>
          <p:cNvSpPr/>
          <p:nvPr/>
        </p:nvSpPr>
        <p:spPr>
          <a:xfrm flipH="1" rot="-10350985">
            <a:off x="6450155" y="-124771"/>
            <a:ext cx="3444934" cy="1167477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44"/>
          <p:cNvSpPr/>
          <p:nvPr/>
        </p:nvSpPr>
        <p:spPr>
          <a:xfrm flipH="1">
            <a:off x="8345826" y="984624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44"/>
          <p:cNvSpPr/>
          <p:nvPr/>
        </p:nvSpPr>
        <p:spPr>
          <a:xfrm flipH="1">
            <a:off x="8977776" y="1325449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44"/>
          <p:cNvSpPr/>
          <p:nvPr/>
        </p:nvSpPr>
        <p:spPr>
          <a:xfrm flipH="1">
            <a:off x="6236651" y="18837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44"/>
          <p:cNvSpPr/>
          <p:nvPr/>
        </p:nvSpPr>
        <p:spPr>
          <a:xfrm flipH="1">
            <a:off x="7070376" y="539299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44"/>
          <p:cNvSpPr/>
          <p:nvPr/>
        </p:nvSpPr>
        <p:spPr>
          <a:xfrm>
            <a:off x="7168769" y="-99365"/>
            <a:ext cx="2517610" cy="1041571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44"/>
          <p:cNvSpPr/>
          <p:nvPr/>
        </p:nvSpPr>
        <p:spPr>
          <a:xfrm flipH="1" rot="10800000">
            <a:off x="7678176" y="-210266"/>
            <a:ext cx="2057229" cy="778974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44"/>
          <p:cNvSpPr/>
          <p:nvPr/>
        </p:nvSpPr>
        <p:spPr>
          <a:xfrm rot="10350985">
            <a:off x="-562292" y="-173408"/>
            <a:ext cx="3444934" cy="1167477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44"/>
          <p:cNvSpPr/>
          <p:nvPr/>
        </p:nvSpPr>
        <p:spPr>
          <a:xfrm>
            <a:off x="823471" y="935986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44"/>
          <p:cNvSpPr/>
          <p:nvPr/>
        </p:nvSpPr>
        <p:spPr>
          <a:xfrm>
            <a:off x="256621" y="1276811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44"/>
          <p:cNvSpPr/>
          <p:nvPr/>
        </p:nvSpPr>
        <p:spPr>
          <a:xfrm>
            <a:off x="2997746" y="139736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44"/>
          <p:cNvSpPr/>
          <p:nvPr/>
        </p:nvSpPr>
        <p:spPr>
          <a:xfrm>
            <a:off x="2164021" y="490661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44"/>
          <p:cNvSpPr/>
          <p:nvPr/>
        </p:nvSpPr>
        <p:spPr>
          <a:xfrm flipH="1">
            <a:off x="-353582" y="-148002"/>
            <a:ext cx="2517610" cy="1041571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44"/>
          <p:cNvSpPr/>
          <p:nvPr/>
        </p:nvSpPr>
        <p:spPr>
          <a:xfrm rot="10800000">
            <a:off x="-402608" y="-258904"/>
            <a:ext cx="2057229" cy="778974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CUSTOM_5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45"/>
          <p:cNvSpPr txBox="1"/>
          <p:nvPr>
            <p:ph type="title"/>
          </p:nvPr>
        </p:nvSpPr>
        <p:spPr>
          <a:xfrm>
            <a:off x="2141950" y="1922950"/>
            <a:ext cx="4860000" cy="8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14" name="Google Shape;714;p45"/>
          <p:cNvSpPr txBox="1"/>
          <p:nvPr>
            <p:ph idx="1" type="subTitle"/>
          </p:nvPr>
        </p:nvSpPr>
        <p:spPr>
          <a:xfrm>
            <a:off x="2142050" y="2757125"/>
            <a:ext cx="4860000" cy="49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15" name="Google Shape;715;p45"/>
          <p:cNvSpPr/>
          <p:nvPr/>
        </p:nvSpPr>
        <p:spPr>
          <a:xfrm rot="-5400000">
            <a:off x="-1029861" y="815281"/>
            <a:ext cx="4058317" cy="1729782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45"/>
          <p:cNvSpPr/>
          <p:nvPr/>
        </p:nvSpPr>
        <p:spPr>
          <a:xfrm rot="-5400000">
            <a:off x="-1888219" y="1592238"/>
            <a:ext cx="4130269" cy="1085168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45"/>
          <p:cNvSpPr/>
          <p:nvPr/>
        </p:nvSpPr>
        <p:spPr>
          <a:xfrm rot="5400000">
            <a:off x="387256" y="3610781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45"/>
          <p:cNvSpPr/>
          <p:nvPr/>
        </p:nvSpPr>
        <p:spPr>
          <a:xfrm rot="5400000">
            <a:off x="603369" y="1722219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45"/>
          <p:cNvSpPr/>
          <p:nvPr/>
        </p:nvSpPr>
        <p:spPr>
          <a:xfrm rot="5400000">
            <a:off x="-751978" y="255224"/>
            <a:ext cx="2874201" cy="1521816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45"/>
          <p:cNvSpPr/>
          <p:nvPr/>
        </p:nvSpPr>
        <p:spPr>
          <a:xfrm rot="5400000">
            <a:off x="1033906" y="1143081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45"/>
          <p:cNvSpPr/>
          <p:nvPr/>
        </p:nvSpPr>
        <p:spPr>
          <a:xfrm rot="5400000">
            <a:off x="1978444" y="20094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45"/>
          <p:cNvSpPr/>
          <p:nvPr/>
        </p:nvSpPr>
        <p:spPr>
          <a:xfrm rot="5400000">
            <a:off x="6115544" y="2556136"/>
            <a:ext cx="4058317" cy="1729782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45"/>
          <p:cNvSpPr/>
          <p:nvPr/>
        </p:nvSpPr>
        <p:spPr>
          <a:xfrm rot="5400000">
            <a:off x="6901950" y="2423794"/>
            <a:ext cx="4130269" cy="1085168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45"/>
          <p:cNvSpPr/>
          <p:nvPr/>
        </p:nvSpPr>
        <p:spPr>
          <a:xfrm rot="-5400000">
            <a:off x="8658344" y="139171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45"/>
          <p:cNvSpPr/>
          <p:nvPr/>
        </p:nvSpPr>
        <p:spPr>
          <a:xfrm rot="-5400000">
            <a:off x="8377131" y="321548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45"/>
          <p:cNvSpPr/>
          <p:nvPr/>
        </p:nvSpPr>
        <p:spPr>
          <a:xfrm rot="-5400000">
            <a:off x="7021777" y="3324160"/>
            <a:ext cx="2874201" cy="1521816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45"/>
          <p:cNvSpPr/>
          <p:nvPr/>
        </p:nvSpPr>
        <p:spPr>
          <a:xfrm rot="-5400000">
            <a:off x="8011694" y="385941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45"/>
          <p:cNvSpPr/>
          <p:nvPr/>
        </p:nvSpPr>
        <p:spPr>
          <a:xfrm rot="-5400000">
            <a:off x="7002056" y="491760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6"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46"/>
          <p:cNvSpPr txBox="1"/>
          <p:nvPr>
            <p:ph type="title"/>
          </p:nvPr>
        </p:nvSpPr>
        <p:spPr>
          <a:xfrm>
            <a:off x="3145775" y="363275"/>
            <a:ext cx="2852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31" name="Google Shape;731;p46"/>
          <p:cNvSpPr txBox="1"/>
          <p:nvPr>
            <p:ph idx="1" type="subTitle"/>
          </p:nvPr>
        </p:nvSpPr>
        <p:spPr>
          <a:xfrm>
            <a:off x="3328941" y="1904475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732" name="Google Shape;732;p46"/>
          <p:cNvSpPr txBox="1"/>
          <p:nvPr>
            <p:ph idx="2" type="subTitle"/>
          </p:nvPr>
        </p:nvSpPr>
        <p:spPr>
          <a:xfrm>
            <a:off x="3610941" y="2223600"/>
            <a:ext cx="1922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33" name="Google Shape;733;p46"/>
          <p:cNvSpPr txBox="1"/>
          <p:nvPr>
            <p:ph idx="3" type="subTitle"/>
          </p:nvPr>
        </p:nvSpPr>
        <p:spPr>
          <a:xfrm>
            <a:off x="659663" y="1904475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734" name="Google Shape;734;p46"/>
          <p:cNvSpPr txBox="1"/>
          <p:nvPr>
            <p:ph idx="4" type="subTitle"/>
          </p:nvPr>
        </p:nvSpPr>
        <p:spPr>
          <a:xfrm>
            <a:off x="941663" y="2223600"/>
            <a:ext cx="1922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35" name="Google Shape;735;p46"/>
          <p:cNvSpPr txBox="1"/>
          <p:nvPr>
            <p:ph idx="5" type="subTitle"/>
          </p:nvPr>
        </p:nvSpPr>
        <p:spPr>
          <a:xfrm>
            <a:off x="3328941" y="381450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736" name="Google Shape;736;p46"/>
          <p:cNvSpPr txBox="1"/>
          <p:nvPr>
            <p:ph idx="6" type="subTitle"/>
          </p:nvPr>
        </p:nvSpPr>
        <p:spPr>
          <a:xfrm>
            <a:off x="3610941" y="4133628"/>
            <a:ext cx="1922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37" name="Google Shape;737;p46"/>
          <p:cNvSpPr txBox="1"/>
          <p:nvPr>
            <p:ph idx="7" type="subTitle"/>
          </p:nvPr>
        </p:nvSpPr>
        <p:spPr>
          <a:xfrm>
            <a:off x="659663" y="381450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738" name="Google Shape;738;p46"/>
          <p:cNvSpPr txBox="1"/>
          <p:nvPr>
            <p:ph idx="8" type="subTitle"/>
          </p:nvPr>
        </p:nvSpPr>
        <p:spPr>
          <a:xfrm>
            <a:off x="941663" y="4133628"/>
            <a:ext cx="1922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39" name="Google Shape;739;p46"/>
          <p:cNvSpPr txBox="1"/>
          <p:nvPr>
            <p:ph idx="9" type="subTitle"/>
          </p:nvPr>
        </p:nvSpPr>
        <p:spPr>
          <a:xfrm>
            <a:off x="5998216" y="1904475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740" name="Google Shape;740;p46"/>
          <p:cNvSpPr txBox="1"/>
          <p:nvPr>
            <p:ph idx="13" type="subTitle"/>
          </p:nvPr>
        </p:nvSpPr>
        <p:spPr>
          <a:xfrm>
            <a:off x="6280216" y="2223600"/>
            <a:ext cx="1922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41" name="Google Shape;741;p46"/>
          <p:cNvSpPr txBox="1"/>
          <p:nvPr>
            <p:ph idx="14" type="subTitle"/>
          </p:nvPr>
        </p:nvSpPr>
        <p:spPr>
          <a:xfrm>
            <a:off x="5998216" y="381450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742" name="Google Shape;742;p46"/>
          <p:cNvSpPr txBox="1"/>
          <p:nvPr>
            <p:ph idx="15" type="subTitle"/>
          </p:nvPr>
        </p:nvSpPr>
        <p:spPr>
          <a:xfrm>
            <a:off x="6280216" y="4133628"/>
            <a:ext cx="1922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43" name="Google Shape;743;p46"/>
          <p:cNvSpPr/>
          <p:nvPr/>
        </p:nvSpPr>
        <p:spPr>
          <a:xfrm>
            <a:off x="5587299" y="-209550"/>
            <a:ext cx="6890071" cy="880003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46"/>
          <p:cNvSpPr/>
          <p:nvPr/>
        </p:nvSpPr>
        <p:spPr>
          <a:xfrm flipH="1" rot="10800000">
            <a:off x="6906325" y="-525151"/>
            <a:ext cx="2379314" cy="972101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46"/>
          <p:cNvSpPr/>
          <p:nvPr/>
        </p:nvSpPr>
        <p:spPr>
          <a:xfrm rot="-3279262">
            <a:off x="7901589" y="-973008"/>
            <a:ext cx="1404819" cy="2093810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46"/>
          <p:cNvSpPr/>
          <p:nvPr/>
        </p:nvSpPr>
        <p:spPr>
          <a:xfrm rot="10800000">
            <a:off x="6406991" y="11359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46"/>
          <p:cNvSpPr/>
          <p:nvPr/>
        </p:nvSpPr>
        <p:spPr>
          <a:xfrm rot="10800000">
            <a:off x="8154416" y="349868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46"/>
          <p:cNvSpPr/>
          <p:nvPr/>
        </p:nvSpPr>
        <p:spPr>
          <a:xfrm rot="10800000">
            <a:off x="7681066" y="739068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46"/>
          <p:cNvSpPr/>
          <p:nvPr/>
        </p:nvSpPr>
        <p:spPr>
          <a:xfrm flipH="1">
            <a:off x="-3333926" y="-210750"/>
            <a:ext cx="6890071" cy="880003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46"/>
          <p:cNvSpPr/>
          <p:nvPr/>
        </p:nvSpPr>
        <p:spPr>
          <a:xfrm rot="10800000">
            <a:off x="-142195" y="-526351"/>
            <a:ext cx="2379314" cy="972101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46"/>
          <p:cNvSpPr/>
          <p:nvPr/>
        </p:nvSpPr>
        <p:spPr>
          <a:xfrm flipH="1" rot="3279262">
            <a:off x="-162965" y="-974208"/>
            <a:ext cx="1404819" cy="2093810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46"/>
          <p:cNvSpPr/>
          <p:nvPr/>
        </p:nvSpPr>
        <p:spPr>
          <a:xfrm flipH="1" rot="10800000">
            <a:off x="2572953" y="11239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46"/>
          <p:cNvSpPr/>
          <p:nvPr/>
        </p:nvSpPr>
        <p:spPr>
          <a:xfrm flipH="1" rot="10800000">
            <a:off x="890628" y="348668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46"/>
          <p:cNvSpPr/>
          <p:nvPr/>
        </p:nvSpPr>
        <p:spPr>
          <a:xfrm flipH="1" rot="10800000">
            <a:off x="201303" y="105274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46"/>
          <p:cNvSpPr/>
          <p:nvPr/>
        </p:nvSpPr>
        <p:spPr>
          <a:xfrm flipH="1" rot="10800000">
            <a:off x="1363978" y="737868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46"/>
          <p:cNvSpPr/>
          <p:nvPr/>
        </p:nvSpPr>
        <p:spPr>
          <a:xfrm rot="10800000">
            <a:off x="8843741" y="105394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7"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47"/>
          <p:cNvSpPr txBox="1"/>
          <p:nvPr>
            <p:ph type="title"/>
          </p:nvPr>
        </p:nvSpPr>
        <p:spPr>
          <a:xfrm>
            <a:off x="1543350" y="363275"/>
            <a:ext cx="605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59" name="Google Shape;759;p47"/>
          <p:cNvSpPr txBox="1"/>
          <p:nvPr>
            <p:ph idx="1" type="subTitle"/>
          </p:nvPr>
        </p:nvSpPr>
        <p:spPr>
          <a:xfrm>
            <a:off x="4875632" y="1904475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760" name="Google Shape;760;p47"/>
          <p:cNvSpPr txBox="1"/>
          <p:nvPr>
            <p:ph idx="2" type="subTitle"/>
          </p:nvPr>
        </p:nvSpPr>
        <p:spPr>
          <a:xfrm>
            <a:off x="5157563" y="2223600"/>
            <a:ext cx="1922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61" name="Google Shape;761;p47"/>
          <p:cNvSpPr txBox="1"/>
          <p:nvPr>
            <p:ph idx="3" type="subTitle"/>
          </p:nvPr>
        </p:nvSpPr>
        <p:spPr>
          <a:xfrm>
            <a:off x="1782263" y="1904475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762" name="Google Shape;762;p47"/>
          <p:cNvSpPr txBox="1"/>
          <p:nvPr>
            <p:ph idx="4" type="subTitle"/>
          </p:nvPr>
        </p:nvSpPr>
        <p:spPr>
          <a:xfrm>
            <a:off x="2064375" y="2223600"/>
            <a:ext cx="1922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63" name="Google Shape;763;p47"/>
          <p:cNvSpPr txBox="1"/>
          <p:nvPr>
            <p:ph idx="5" type="subTitle"/>
          </p:nvPr>
        </p:nvSpPr>
        <p:spPr>
          <a:xfrm>
            <a:off x="4875600" y="381450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764" name="Google Shape;764;p47"/>
          <p:cNvSpPr txBox="1"/>
          <p:nvPr>
            <p:ph idx="6" type="subTitle"/>
          </p:nvPr>
        </p:nvSpPr>
        <p:spPr>
          <a:xfrm>
            <a:off x="5157563" y="4133628"/>
            <a:ext cx="1922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65" name="Google Shape;765;p47"/>
          <p:cNvSpPr txBox="1"/>
          <p:nvPr>
            <p:ph idx="7" type="subTitle"/>
          </p:nvPr>
        </p:nvSpPr>
        <p:spPr>
          <a:xfrm>
            <a:off x="1782263" y="381450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766" name="Google Shape;766;p47"/>
          <p:cNvSpPr txBox="1"/>
          <p:nvPr>
            <p:ph idx="8" type="subTitle"/>
          </p:nvPr>
        </p:nvSpPr>
        <p:spPr>
          <a:xfrm>
            <a:off x="2064375" y="4133628"/>
            <a:ext cx="1922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67" name="Google Shape;767;p47"/>
          <p:cNvSpPr/>
          <p:nvPr/>
        </p:nvSpPr>
        <p:spPr>
          <a:xfrm flipH="1" rot="-5400000">
            <a:off x="-3096997" y="2192121"/>
            <a:ext cx="6890071" cy="880003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47"/>
          <p:cNvSpPr/>
          <p:nvPr/>
        </p:nvSpPr>
        <p:spPr>
          <a:xfrm rot="5400000">
            <a:off x="-1921300" y="3098438"/>
            <a:ext cx="4271825" cy="1177450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47"/>
          <p:cNvSpPr/>
          <p:nvPr/>
        </p:nvSpPr>
        <p:spPr>
          <a:xfrm flipH="1" rot="147">
            <a:off x="-401896" y="3180097"/>
            <a:ext cx="1404839" cy="2093848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47"/>
          <p:cNvSpPr/>
          <p:nvPr/>
        </p:nvSpPr>
        <p:spPr>
          <a:xfrm flipH="1" rot="-5400000">
            <a:off x="839461" y="3864564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47"/>
          <p:cNvSpPr/>
          <p:nvPr/>
        </p:nvSpPr>
        <p:spPr>
          <a:xfrm flipH="1" rot="-5400000">
            <a:off x="376511" y="1084989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47"/>
          <p:cNvSpPr/>
          <p:nvPr/>
        </p:nvSpPr>
        <p:spPr>
          <a:xfrm flipH="1" rot="-5400000">
            <a:off x="948986" y="173088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47"/>
          <p:cNvSpPr/>
          <p:nvPr/>
        </p:nvSpPr>
        <p:spPr>
          <a:xfrm flipH="1" rot="5400000">
            <a:off x="5330692" y="2192121"/>
            <a:ext cx="6890071" cy="880003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47"/>
          <p:cNvSpPr/>
          <p:nvPr/>
        </p:nvSpPr>
        <p:spPr>
          <a:xfrm rot="-5400000">
            <a:off x="6773240" y="988358"/>
            <a:ext cx="4271825" cy="1177450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47"/>
          <p:cNvSpPr/>
          <p:nvPr/>
        </p:nvSpPr>
        <p:spPr>
          <a:xfrm flipH="1" rot="-10799853">
            <a:off x="8120822" y="-9700"/>
            <a:ext cx="1404839" cy="2093848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47"/>
          <p:cNvSpPr/>
          <p:nvPr/>
        </p:nvSpPr>
        <p:spPr>
          <a:xfrm flipH="1" rot="5400000">
            <a:off x="7855079" y="511882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47"/>
          <p:cNvSpPr/>
          <p:nvPr/>
        </p:nvSpPr>
        <p:spPr>
          <a:xfrm flipH="1" rot="5400000">
            <a:off x="8120804" y="1236182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47"/>
          <p:cNvSpPr/>
          <p:nvPr/>
        </p:nvSpPr>
        <p:spPr>
          <a:xfrm flipH="1" rot="5400000">
            <a:off x="8583754" y="4015757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47"/>
          <p:cNvSpPr/>
          <p:nvPr/>
        </p:nvSpPr>
        <p:spPr>
          <a:xfrm flipH="1" rot="5400000">
            <a:off x="8076379" y="3434657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47"/>
          <p:cNvSpPr/>
          <p:nvPr/>
        </p:nvSpPr>
        <p:spPr>
          <a:xfrm flipH="1" rot="-5400000">
            <a:off x="1170286" y="465366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8"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48"/>
          <p:cNvSpPr txBox="1"/>
          <p:nvPr>
            <p:ph type="title"/>
          </p:nvPr>
        </p:nvSpPr>
        <p:spPr>
          <a:xfrm flipH="1">
            <a:off x="959002" y="2019725"/>
            <a:ext cx="3931200" cy="6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/>
        </p:txBody>
      </p:sp>
      <p:sp>
        <p:nvSpPr>
          <p:cNvPr id="783" name="Google Shape;783;p48"/>
          <p:cNvSpPr txBox="1"/>
          <p:nvPr>
            <p:ph idx="1" type="subTitle"/>
          </p:nvPr>
        </p:nvSpPr>
        <p:spPr>
          <a:xfrm flipH="1">
            <a:off x="959090" y="2565775"/>
            <a:ext cx="2998800" cy="5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Josefin Sans"/>
              <a:buNone/>
              <a:defRPr sz="15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84" name="Google Shape;784;p48"/>
          <p:cNvSpPr/>
          <p:nvPr/>
        </p:nvSpPr>
        <p:spPr>
          <a:xfrm flipH="1" rot="-132439">
            <a:off x="305871" y="-39916"/>
            <a:ext cx="4818716" cy="780968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48"/>
          <p:cNvSpPr/>
          <p:nvPr/>
        </p:nvSpPr>
        <p:spPr>
          <a:xfrm flipH="1">
            <a:off x="402459" y="-132676"/>
            <a:ext cx="2393629" cy="966464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48"/>
          <p:cNvSpPr/>
          <p:nvPr/>
        </p:nvSpPr>
        <p:spPr>
          <a:xfrm flipH="1" rot="10800000">
            <a:off x="-272112" y="-10878"/>
            <a:ext cx="2096898" cy="98915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48"/>
          <p:cNvSpPr/>
          <p:nvPr/>
        </p:nvSpPr>
        <p:spPr>
          <a:xfrm flipH="1" rot="10800000">
            <a:off x="402451" y="1086487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48"/>
          <p:cNvSpPr/>
          <p:nvPr/>
        </p:nvSpPr>
        <p:spPr>
          <a:xfrm flipH="1" rot="10800000">
            <a:off x="1153051" y="648062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48"/>
          <p:cNvSpPr/>
          <p:nvPr/>
        </p:nvSpPr>
        <p:spPr>
          <a:xfrm flipH="1" rot="10800000">
            <a:off x="2859751" y="301212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48"/>
          <p:cNvSpPr/>
          <p:nvPr/>
        </p:nvSpPr>
        <p:spPr>
          <a:xfrm rot="-10667561">
            <a:off x="305871" y="4393835"/>
            <a:ext cx="4818716" cy="780968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48"/>
          <p:cNvSpPr/>
          <p:nvPr/>
        </p:nvSpPr>
        <p:spPr>
          <a:xfrm rot="10800000">
            <a:off x="402459" y="4301097"/>
            <a:ext cx="2393629" cy="966464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48"/>
          <p:cNvSpPr/>
          <p:nvPr/>
        </p:nvSpPr>
        <p:spPr>
          <a:xfrm>
            <a:off x="-272112" y="4156612"/>
            <a:ext cx="2096898" cy="98915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48"/>
          <p:cNvSpPr/>
          <p:nvPr/>
        </p:nvSpPr>
        <p:spPr>
          <a:xfrm>
            <a:off x="402451" y="3949699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48"/>
          <p:cNvSpPr/>
          <p:nvPr/>
        </p:nvSpPr>
        <p:spPr>
          <a:xfrm>
            <a:off x="1153051" y="438812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48"/>
          <p:cNvSpPr/>
          <p:nvPr/>
        </p:nvSpPr>
        <p:spPr>
          <a:xfrm>
            <a:off x="2859751" y="473497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48"/>
          <p:cNvSpPr/>
          <p:nvPr/>
        </p:nvSpPr>
        <p:spPr>
          <a:xfrm>
            <a:off x="5246676" y="4818274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48"/>
          <p:cNvSpPr/>
          <p:nvPr/>
        </p:nvSpPr>
        <p:spPr>
          <a:xfrm flipH="1" rot="10800000">
            <a:off x="5246676" y="153112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7_1"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49"/>
          <p:cNvSpPr txBox="1"/>
          <p:nvPr>
            <p:ph type="title"/>
          </p:nvPr>
        </p:nvSpPr>
        <p:spPr>
          <a:xfrm>
            <a:off x="2693850" y="363275"/>
            <a:ext cx="3756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00" name="Google Shape;800;p49"/>
          <p:cNvSpPr txBox="1"/>
          <p:nvPr>
            <p:ph idx="1" type="subTitle"/>
          </p:nvPr>
        </p:nvSpPr>
        <p:spPr>
          <a:xfrm>
            <a:off x="4655852" y="1414900"/>
            <a:ext cx="30453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801" name="Google Shape;801;p49"/>
          <p:cNvSpPr txBox="1"/>
          <p:nvPr>
            <p:ph idx="2" type="subTitle"/>
          </p:nvPr>
        </p:nvSpPr>
        <p:spPr>
          <a:xfrm>
            <a:off x="4958476" y="1734025"/>
            <a:ext cx="2439900" cy="10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02" name="Google Shape;802;p49"/>
          <p:cNvSpPr txBox="1"/>
          <p:nvPr>
            <p:ph idx="3" type="subTitle"/>
          </p:nvPr>
        </p:nvSpPr>
        <p:spPr>
          <a:xfrm>
            <a:off x="1442838" y="1414900"/>
            <a:ext cx="30453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803" name="Google Shape;803;p49"/>
          <p:cNvSpPr txBox="1"/>
          <p:nvPr>
            <p:ph idx="4" type="subTitle"/>
          </p:nvPr>
        </p:nvSpPr>
        <p:spPr>
          <a:xfrm>
            <a:off x="1745688" y="1734025"/>
            <a:ext cx="2439900" cy="10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04" name="Google Shape;804;p49"/>
          <p:cNvSpPr txBox="1"/>
          <p:nvPr>
            <p:ph idx="5" type="subTitle"/>
          </p:nvPr>
        </p:nvSpPr>
        <p:spPr>
          <a:xfrm>
            <a:off x="4655812" y="3160150"/>
            <a:ext cx="30453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805" name="Google Shape;805;p49"/>
          <p:cNvSpPr txBox="1"/>
          <p:nvPr>
            <p:ph idx="6" type="subTitle"/>
          </p:nvPr>
        </p:nvSpPr>
        <p:spPr>
          <a:xfrm>
            <a:off x="4958476" y="3479274"/>
            <a:ext cx="2439900" cy="10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06" name="Google Shape;806;p49"/>
          <p:cNvSpPr txBox="1"/>
          <p:nvPr>
            <p:ph idx="7" type="subTitle"/>
          </p:nvPr>
        </p:nvSpPr>
        <p:spPr>
          <a:xfrm>
            <a:off x="1442838" y="3160150"/>
            <a:ext cx="30453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807" name="Google Shape;807;p49"/>
          <p:cNvSpPr txBox="1"/>
          <p:nvPr>
            <p:ph idx="8" type="subTitle"/>
          </p:nvPr>
        </p:nvSpPr>
        <p:spPr>
          <a:xfrm>
            <a:off x="1745688" y="3479274"/>
            <a:ext cx="2439900" cy="10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08" name="Google Shape;808;p49"/>
          <p:cNvSpPr/>
          <p:nvPr/>
        </p:nvSpPr>
        <p:spPr>
          <a:xfrm flipH="1" rot="-5532439">
            <a:off x="-2045052" y="2322174"/>
            <a:ext cx="4818716" cy="780968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49"/>
          <p:cNvSpPr/>
          <p:nvPr/>
        </p:nvSpPr>
        <p:spPr>
          <a:xfrm flipH="1" rot="-5400000">
            <a:off x="-832519" y="2826431"/>
            <a:ext cx="2393629" cy="966464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49"/>
          <p:cNvSpPr/>
          <p:nvPr/>
        </p:nvSpPr>
        <p:spPr>
          <a:xfrm flipH="1" rot="5400000">
            <a:off x="-551012" y="3638024"/>
            <a:ext cx="2096898" cy="98915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49"/>
          <p:cNvSpPr/>
          <p:nvPr/>
        </p:nvSpPr>
        <p:spPr>
          <a:xfrm flipH="1" rot="5400000">
            <a:off x="1100376" y="4407937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49"/>
          <p:cNvSpPr/>
          <p:nvPr/>
        </p:nvSpPr>
        <p:spPr>
          <a:xfrm flipH="1" rot="5400000">
            <a:off x="661951" y="3657337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49"/>
          <p:cNvSpPr/>
          <p:nvPr/>
        </p:nvSpPr>
        <p:spPr>
          <a:xfrm flipH="1" rot="5400000">
            <a:off x="315101" y="1950637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49"/>
          <p:cNvSpPr/>
          <p:nvPr/>
        </p:nvSpPr>
        <p:spPr>
          <a:xfrm flipH="1" rot="5400000">
            <a:off x="458251" y="248212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49"/>
          <p:cNvSpPr/>
          <p:nvPr/>
        </p:nvSpPr>
        <p:spPr>
          <a:xfrm flipH="1" rot="5267561">
            <a:off x="6370324" y="1912069"/>
            <a:ext cx="4818716" cy="780968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49"/>
          <p:cNvSpPr/>
          <p:nvPr/>
        </p:nvSpPr>
        <p:spPr>
          <a:xfrm flipH="1" rot="5400000">
            <a:off x="7582879" y="1222315"/>
            <a:ext cx="2393629" cy="966464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49"/>
          <p:cNvSpPr/>
          <p:nvPr/>
        </p:nvSpPr>
        <p:spPr>
          <a:xfrm flipH="1" rot="-5400000">
            <a:off x="7598103" y="388035"/>
            <a:ext cx="2096898" cy="98915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49"/>
          <p:cNvSpPr/>
          <p:nvPr/>
        </p:nvSpPr>
        <p:spPr>
          <a:xfrm flipH="1" rot="-5400000">
            <a:off x="7945213" y="508574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49"/>
          <p:cNvSpPr/>
          <p:nvPr/>
        </p:nvSpPr>
        <p:spPr>
          <a:xfrm flipH="1" rot="-5400000">
            <a:off x="8383638" y="125917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49"/>
          <p:cNvSpPr/>
          <p:nvPr/>
        </p:nvSpPr>
        <p:spPr>
          <a:xfrm flipH="1" rot="-5400000">
            <a:off x="8730488" y="296587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49"/>
          <p:cNvSpPr/>
          <p:nvPr/>
        </p:nvSpPr>
        <p:spPr>
          <a:xfrm flipH="1" rot="-5400000">
            <a:off x="8522238" y="4603499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">
  <p:cSld name="CUSTOM_9"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50"/>
          <p:cNvSpPr txBox="1"/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24" name="Google Shape;824;p50"/>
          <p:cNvSpPr txBox="1"/>
          <p:nvPr>
            <p:ph idx="1" type="subTitle"/>
          </p:nvPr>
        </p:nvSpPr>
        <p:spPr>
          <a:xfrm>
            <a:off x="3328957" y="234355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825" name="Google Shape;825;p50"/>
          <p:cNvSpPr txBox="1"/>
          <p:nvPr>
            <p:ph idx="2" type="subTitle"/>
          </p:nvPr>
        </p:nvSpPr>
        <p:spPr>
          <a:xfrm>
            <a:off x="3482707" y="2662675"/>
            <a:ext cx="21786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26" name="Google Shape;826;p50"/>
          <p:cNvSpPr txBox="1"/>
          <p:nvPr>
            <p:ph idx="3" type="subTitle"/>
          </p:nvPr>
        </p:nvSpPr>
        <p:spPr>
          <a:xfrm>
            <a:off x="791813" y="234355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827" name="Google Shape;827;p50"/>
          <p:cNvSpPr txBox="1"/>
          <p:nvPr>
            <p:ph idx="4" type="subTitle"/>
          </p:nvPr>
        </p:nvSpPr>
        <p:spPr>
          <a:xfrm>
            <a:off x="945563" y="2662675"/>
            <a:ext cx="21786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28" name="Google Shape;828;p50"/>
          <p:cNvSpPr txBox="1"/>
          <p:nvPr>
            <p:ph idx="5" type="subTitle"/>
          </p:nvPr>
        </p:nvSpPr>
        <p:spPr>
          <a:xfrm>
            <a:off x="5866075" y="234355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829" name="Google Shape;829;p50"/>
          <p:cNvSpPr txBox="1"/>
          <p:nvPr>
            <p:ph idx="6" type="subTitle"/>
          </p:nvPr>
        </p:nvSpPr>
        <p:spPr>
          <a:xfrm>
            <a:off x="6019825" y="2662675"/>
            <a:ext cx="21786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30" name="Google Shape;830;p50"/>
          <p:cNvSpPr/>
          <p:nvPr/>
        </p:nvSpPr>
        <p:spPr>
          <a:xfrm rot="10800000">
            <a:off x="2531291" y="4235323"/>
            <a:ext cx="5428956" cy="1009852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50"/>
          <p:cNvSpPr/>
          <p:nvPr/>
        </p:nvSpPr>
        <p:spPr>
          <a:xfrm rot="5400000">
            <a:off x="3108924" y="2854084"/>
            <a:ext cx="1442280" cy="3563817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50"/>
          <p:cNvSpPr/>
          <p:nvPr/>
        </p:nvSpPr>
        <p:spPr>
          <a:xfrm>
            <a:off x="3682950" y="4420625"/>
            <a:ext cx="2132100" cy="123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50"/>
          <p:cNvSpPr/>
          <p:nvPr/>
        </p:nvSpPr>
        <p:spPr>
          <a:xfrm flipH="1" rot="10800000">
            <a:off x="3968688" y="407182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50"/>
          <p:cNvSpPr/>
          <p:nvPr/>
        </p:nvSpPr>
        <p:spPr>
          <a:xfrm flipH="1" rot="10800000">
            <a:off x="5921426" y="455415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50"/>
          <p:cNvSpPr/>
          <p:nvPr/>
        </p:nvSpPr>
        <p:spPr>
          <a:xfrm flipH="1" rot="10800000">
            <a:off x="1267213" y="452174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50"/>
          <p:cNvSpPr/>
          <p:nvPr/>
        </p:nvSpPr>
        <p:spPr>
          <a:xfrm flipH="1" rot="10800000">
            <a:off x="8100026" y="475290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50"/>
          <p:cNvSpPr/>
          <p:nvPr/>
        </p:nvSpPr>
        <p:spPr>
          <a:xfrm flipH="1" rot="10800000">
            <a:off x="6505813" y="485159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50"/>
          <p:cNvSpPr/>
          <p:nvPr/>
        </p:nvSpPr>
        <p:spPr>
          <a:xfrm flipH="1" rot="10800000">
            <a:off x="1985676" y="410423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0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51"/>
          <p:cNvSpPr txBox="1"/>
          <p:nvPr>
            <p:ph type="title"/>
          </p:nvPr>
        </p:nvSpPr>
        <p:spPr>
          <a:xfrm>
            <a:off x="2571750" y="363275"/>
            <a:ext cx="400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41" name="Google Shape;841;p51"/>
          <p:cNvSpPr txBox="1"/>
          <p:nvPr>
            <p:ph idx="1" type="subTitle"/>
          </p:nvPr>
        </p:nvSpPr>
        <p:spPr>
          <a:xfrm>
            <a:off x="5091350" y="3794700"/>
            <a:ext cx="22056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842" name="Google Shape;842;p51"/>
          <p:cNvSpPr txBox="1"/>
          <p:nvPr>
            <p:ph idx="2" type="subTitle"/>
          </p:nvPr>
        </p:nvSpPr>
        <p:spPr>
          <a:xfrm>
            <a:off x="4948200" y="4089750"/>
            <a:ext cx="2488200" cy="64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43" name="Google Shape;843;p51"/>
          <p:cNvSpPr txBox="1"/>
          <p:nvPr>
            <p:ph idx="3" type="subTitle"/>
          </p:nvPr>
        </p:nvSpPr>
        <p:spPr>
          <a:xfrm>
            <a:off x="1901200" y="3794700"/>
            <a:ext cx="2007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844" name="Google Shape;844;p51"/>
          <p:cNvSpPr txBox="1"/>
          <p:nvPr>
            <p:ph idx="4" type="subTitle"/>
          </p:nvPr>
        </p:nvSpPr>
        <p:spPr>
          <a:xfrm>
            <a:off x="1800500" y="4089750"/>
            <a:ext cx="2205600" cy="64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45" name="Google Shape;845;p51"/>
          <p:cNvSpPr/>
          <p:nvPr/>
        </p:nvSpPr>
        <p:spPr>
          <a:xfrm rot="-5400000">
            <a:off x="-687297" y="596629"/>
            <a:ext cx="2810674" cy="1198053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51"/>
          <p:cNvSpPr/>
          <p:nvPr/>
        </p:nvSpPr>
        <p:spPr>
          <a:xfrm rot="-5400000">
            <a:off x="-1281850" y="1134665"/>
            <a:ext cx="2860647" cy="751611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51"/>
          <p:cNvSpPr/>
          <p:nvPr/>
        </p:nvSpPr>
        <p:spPr>
          <a:xfrm rot="5400000">
            <a:off x="466981" y="119573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51"/>
          <p:cNvSpPr/>
          <p:nvPr/>
        </p:nvSpPr>
        <p:spPr>
          <a:xfrm rot="5400000">
            <a:off x="-494883" y="208694"/>
            <a:ext cx="1990610" cy="1054010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51"/>
          <p:cNvSpPr/>
          <p:nvPr/>
        </p:nvSpPr>
        <p:spPr>
          <a:xfrm rot="5400000">
            <a:off x="928869" y="99919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51"/>
          <p:cNvSpPr/>
          <p:nvPr/>
        </p:nvSpPr>
        <p:spPr>
          <a:xfrm rot="-5400000">
            <a:off x="269256" y="284224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51"/>
          <p:cNvSpPr/>
          <p:nvPr/>
        </p:nvSpPr>
        <p:spPr>
          <a:xfrm rot="5400000">
            <a:off x="7087547" y="3261706"/>
            <a:ext cx="2810674" cy="1198053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51"/>
          <p:cNvSpPr/>
          <p:nvPr/>
        </p:nvSpPr>
        <p:spPr>
          <a:xfrm rot="5400000">
            <a:off x="7632127" y="3170112"/>
            <a:ext cx="2860647" cy="751611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51"/>
          <p:cNvSpPr/>
          <p:nvPr/>
        </p:nvSpPr>
        <p:spPr>
          <a:xfrm rot="-5400000">
            <a:off x="8580444" y="369715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51"/>
          <p:cNvSpPr/>
          <p:nvPr/>
        </p:nvSpPr>
        <p:spPr>
          <a:xfrm rot="-5400000">
            <a:off x="7715198" y="3793684"/>
            <a:ext cx="1990610" cy="1054010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51"/>
          <p:cNvSpPr/>
          <p:nvPr/>
        </p:nvSpPr>
        <p:spPr>
          <a:xfrm rot="-5400000">
            <a:off x="8183656" y="395849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51"/>
          <p:cNvSpPr/>
          <p:nvPr/>
        </p:nvSpPr>
        <p:spPr>
          <a:xfrm rot="5400000">
            <a:off x="8843269" y="211544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51"/>
          <p:cNvSpPr/>
          <p:nvPr/>
        </p:nvSpPr>
        <p:spPr>
          <a:xfrm rot="-5400000">
            <a:off x="7541144" y="468090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51"/>
          <p:cNvSpPr/>
          <p:nvPr/>
        </p:nvSpPr>
        <p:spPr>
          <a:xfrm rot="5400000">
            <a:off x="1506281" y="21198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52"/>
          <p:cNvSpPr txBox="1"/>
          <p:nvPr>
            <p:ph type="title"/>
          </p:nvPr>
        </p:nvSpPr>
        <p:spPr>
          <a:xfrm>
            <a:off x="2629950" y="989275"/>
            <a:ext cx="3884100" cy="93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61" name="Google Shape;861;p52"/>
          <p:cNvSpPr txBox="1"/>
          <p:nvPr>
            <p:ph idx="1" type="subTitle"/>
          </p:nvPr>
        </p:nvSpPr>
        <p:spPr>
          <a:xfrm>
            <a:off x="3043615" y="1769613"/>
            <a:ext cx="3066900" cy="10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2" name="Google Shape;862;p52"/>
          <p:cNvSpPr txBox="1"/>
          <p:nvPr>
            <p:ph idx="2" type="subTitle"/>
          </p:nvPr>
        </p:nvSpPr>
        <p:spPr>
          <a:xfrm>
            <a:off x="2676890" y="3876500"/>
            <a:ext cx="3790200" cy="2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>
                <a:solidFill>
                  <a:schemeClr val="dk1"/>
                </a:solidFill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3" name="Google Shape;863;p52"/>
          <p:cNvSpPr txBox="1"/>
          <p:nvPr/>
        </p:nvSpPr>
        <p:spPr>
          <a:xfrm>
            <a:off x="2924390" y="3270788"/>
            <a:ext cx="32952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</a:t>
            </a: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 This presentation template was created by</a:t>
            </a:r>
            <a:r>
              <a:rPr b="1"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including icons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infographics &amp; images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4" name="Google Shape;864;p52"/>
          <p:cNvSpPr/>
          <p:nvPr/>
        </p:nvSpPr>
        <p:spPr>
          <a:xfrm rot="-5538951">
            <a:off x="-2574537" y="1029968"/>
            <a:ext cx="6383009" cy="1326004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52"/>
          <p:cNvSpPr/>
          <p:nvPr/>
        </p:nvSpPr>
        <p:spPr>
          <a:xfrm flipH="1" rot="5400000">
            <a:off x="-1065756" y="2741763"/>
            <a:ext cx="3598025" cy="1537331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52"/>
          <p:cNvSpPr/>
          <p:nvPr/>
        </p:nvSpPr>
        <p:spPr>
          <a:xfrm flipH="1" rot="5400000">
            <a:off x="-627512" y="3888154"/>
            <a:ext cx="2023800" cy="1071475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52"/>
          <p:cNvSpPr/>
          <p:nvPr/>
        </p:nvSpPr>
        <p:spPr>
          <a:xfrm>
            <a:off x="771800" y="275750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52"/>
          <p:cNvSpPr/>
          <p:nvPr/>
        </p:nvSpPr>
        <p:spPr>
          <a:xfrm>
            <a:off x="1553300" y="3452550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52"/>
          <p:cNvSpPr/>
          <p:nvPr/>
        </p:nvSpPr>
        <p:spPr>
          <a:xfrm>
            <a:off x="804350" y="105132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52"/>
          <p:cNvSpPr/>
          <p:nvPr/>
        </p:nvSpPr>
        <p:spPr>
          <a:xfrm>
            <a:off x="1169650" y="3551250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52"/>
          <p:cNvSpPr/>
          <p:nvPr/>
        </p:nvSpPr>
        <p:spPr>
          <a:xfrm>
            <a:off x="376488" y="71690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2" name="Google Shape;872;p52"/>
          <p:cNvGrpSpPr/>
          <p:nvPr/>
        </p:nvGrpSpPr>
        <p:grpSpPr>
          <a:xfrm rot="10800000">
            <a:off x="7695844" y="-223188"/>
            <a:ext cx="1676378" cy="6958517"/>
            <a:chOff x="-174456" y="-1522725"/>
            <a:chExt cx="1676378" cy="6958517"/>
          </a:xfrm>
        </p:grpSpPr>
        <p:sp>
          <p:nvSpPr>
            <p:cNvPr id="873" name="Google Shape;873;p52"/>
            <p:cNvSpPr/>
            <p:nvPr/>
          </p:nvSpPr>
          <p:spPr>
            <a:xfrm rot="-5538951">
              <a:off x="-2574537" y="1029968"/>
              <a:ext cx="6383009" cy="1326004"/>
            </a:xfrm>
            <a:custGeom>
              <a:rect b="b" l="l" r="r" t="t"/>
              <a:pathLst>
                <a:path extrusionOk="0" h="14785" w="79484">
                  <a:moveTo>
                    <a:pt x="64823" y="0"/>
                  </a:moveTo>
                  <a:cubicBezTo>
                    <a:pt x="56730" y="0"/>
                    <a:pt x="48629" y="357"/>
                    <a:pt x="40537" y="566"/>
                  </a:cubicBezTo>
                  <a:cubicBezTo>
                    <a:pt x="32882" y="767"/>
                    <a:pt x="25204" y="856"/>
                    <a:pt x="17548" y="856"/>
                  </a:cubicBezTo>
                  <a:lnTo>
                    <a:pt x="6188" y="856"/>
                  </a:lnTo>
                  <a:cubicBezTo>
                    <a:pt x="5806" y="856"/>
                    <a:pt x="5327" y="841"/>
                    <a:pt x="4808" y="841"/>
                  </a:cubicBezTo>
                  <a:cubicBezTo>
                    <a:pt x="2720" y="841"/>
                    <a:pt x="0" y="1085"/>
                    <a:pt x="519" y="3534"/>
                  </a:cubicBezTo>
                  <a:cubicBezTo>
                    <a:pt x="1166" y="6614"/>
                    <a:pt x="4269" y="9560"/>
                    <a:pt x="6746" y="11190"/>
                  </a:cubicBezTo>
                  <a:cubicBezTo>
                    <a:pt x="10540" y="13712"/>
                    <a:pt x="15160" y="14738"/>
                    <a:pt x="19713" y="14783"/>
                  </a:cubicBezTo>
                  <a:cubicBezTo>
                    <a:pt x="19807" y="14784"/>
                    <a:pt x="19901" y="14784"/>
                    <a:pt x="19995" y="14784"/>
                  </a:cubicBezTo>
                  <a:cubicBezTo>
                    <a:pt x="22334" y="14784"/>
                    <a:pt x="24671" y="14518"/>
                    <a:pt x="26967" y="14024"/>
                  </a:cubicBezTo>
                  <a:cubicBezTo>
                    <a:pt x="29891" y="13377"/>
                    <a:pt x="32703" y="12350"/>
                    <a:pt x="35515" y="11324"/>
                  </a:cubicBezTo>
                  <a:cubicBezTo>
                    <a:pt x="42724" y="8712"/>
                    <a:pt x="50045" y="6235"/>
                    <a:pt x="57633" y="5141"/>
                  </a:cubicBezTo>
                  <a:cubicBezTo>
                    <a:pt x="61727" y="4546"/>
                    <a:pt x="65864" y="4360"/>
                    <a:pt x="70011" y="4360"/>
                  </a:cubicBezTo>
                  <a:cubicBezTo>
                    <a:pt x="73167" y="4360"/>
                    <a:pt x="76330" y="4468"/>
                    <a:pt x="79484" y="4583"/>
                  </a:cubicBezTo>
                  <a:cubicBezTo>
                    <a:pt x="79461" y="3222"/>
                    <a:pt x="79439" y="1860"/>
                    <a:pt x="79439" y="499"/>
                  </a:cubicBezTo>
                  <a:cubicBezTo>
                    <a:pt x="74572" y="130"/>
                    <a:pt x="69699" y="0"/>
                    <a:pt x="648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52"/>
            <p:cNvSpPr/>
            <p:nvPr/>
          </p:nvSpPr>
          <p:spPr>
            <a:xfrm flipH="1" rot="5400000">
              <a:off x="-1065756" y="2741763"/>
              <a:ext cx="3598025" cy="1537331"/>
            </a:xfrm>
            <a:custGeom>
              <a:rect b="b" l="l" r="r" t="t"/>
              <a:pathLst>
                <a:path extrusionOk="0" h="61524" w="143993">
                  <a:moveTo>
                    <a:pt x="25900" y="1"/>
                  </a:moveTo>
                  <a:cubicBezTo>
                    <a:pt x="11671" y="1"/>
                    <a:pt x="1" y="8596"/>
                    <a:pt x="1" y="8596"/>
                  </a:cubicBezTo>
                  <a:lnTo>
                    <a:pt x="186" y="61523"/>
                  </a:lnTo>
                  <a:lnTo>
                    <a:pt x="143993" y="61523"/>
                  </a:lnTo>
                  <a:cubicBezTo>
                    <a:pt x="138074" y="43327"/>
                    <a:pt x="128448" y="39288"/>
                    <a:pt x="117124" y="39288"/>
                  </a:cubicBezTo>
                  <a:cubicBezTo>
                    <a:pt x="108085" y="39288"/>
                    <a:pt x="97965" y="41861"/>
                    <a:pt x="87783" y="41861"/>
                  </a:cubicBezTo>
                  <a:cubicBezTo>
                    <a:pt x="83897" y="41861"/>
                    <a:pt x="80003" y="41486"/>
                    <a:pt x="76156" y="40451"/>
                  </a:cubicBezTo>
                  <a:cubicBezTo>
                    <a:pt x="58842" y="35830"/>
                    <a:pt x="64326" y="18763"/>
                    <a:pt x="43685" y="5269"/>
                  </a:cubicBezTo>
                  <a:cubicBezTo>
                    <a:pt x="37737" y="1386"/>
                    <a:pt x="31612" y="1"/>
                    <a:pt x="259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52"/>
            <p:cNvSpPr/>
            <p:nvPr/>
          </p:nvSpPr>
          <p:spPr>
            <a:xfrm flipH="1" rot="5400000">
              <a:off x="-627512" y="3888154"/>
              <a:ext cx="2023800" cy="1071475"/>
            </a:xfrm>
            <a:custGeom>
              <a:rect b="b" l="l" r="r" t="t"/>
              <a:pathLst>
                <a:path extrusionOk="0" h="42859" w="80952">
                  <a:moveTo>
                    <a:pt x="7027" y="1"/>
                  </a:moveTo>
                  <a:cubicBezTo>
                    <a:pt x="6872" y="1"/>
                    <a:pt x="6717" y="3"/>
                    <a:pt x="6562" y="7"/>
                  </a:cubicBezTo>
                  <a:cubicBezTo>
                    <a:pt x="4866" y="30"/>
                    <a:pt x="3192" y="387"/>
                    <a:pt x="1629" y="1056"/>
                  </a:cubicBezTo>
                  <a:cubicBezTo>
                    <a:pt x="0" y="1793"/>
                    <a:pt x="89" y="2418"/>
                    <a:pt x="335" y="4114"/>
                  </a:cubicBezTo>
                  <a:cubicBezTo>
                    <a:pt x="982" y="8332"/>
                    <a:pt x="1652" y="12528"/>
                    <a:pt x="2321" y="16724"/>
                  </a:cubicBezTo>
                  <a:lnTo>
                    <a:pt x="4241" y="29022"/>
                  </a:lnTo>
                  <a:cubicBezTo>
                    <a:pt x="4866" y="32972"/>
                    <a:pt x="6160" y="37347"/>
                    <a:pt x="6160" y="41342"/>
                  </a:cubicBezTo>
                  <a:cubicBezTo>
                    <a:pt x="6227" y="41676"/>
                    <a:pt x="6294" y="42056"/>
                    <a:pt x="6562" y="42257"/>
                  </a:cubicBezTo>
                  <a:cubicBezTo>
                    <a:pt x="6776" y="42374"/>
                    <a:pt x="7008" y="42440"/>
                    <a:pt x="7256" y="42440"/>
                  </a:cubicBezTo>
                  <a:cubicBezTo>
                    <a:pt x="7292" y="42440"/>
                    <a:pt x="7328" y="42438"/>
                    <a:pt x="7365" y="42435"/>
                  </a:cubicBezTo>
                  <a:cubicBezTo>
                    <a:pt x="18275" y="42693"/>
                    <a:pt x="29189" y="42859"/>
                    <a:pt x="40102" y="42859"/>
                  </a:cubicBezTo>
                  <a:cubicBezTo>
                    <a:pt x="53724" y="42859"/>
                    <a:pt x="67345" y="42601"/>
                    <a:pt x="80951" y="41944"/>
                  </a:cubicBezTo>
                  <a:cubicBezTo>
                    <a:pt x="71220" y="38596"/>
                    <a:pt x="61154" y="36409"/>
                    <a:pt x="50910" y="35450"/>
                  </a:cubicBezTo>
                  <a:cubicBezTo>
                    <a:pt x="46357" y="35003"/>
                    <a:pt x="41513" y="34735"/>
                    <a:pt x="37741" y="32124"/>
                  </a:cubicBezTo>
                  <a:cubicBezTo>
                    <a:pt x="33880" y="29423"/>
                    <a:pt x="31939" y="24781"/>
                    <a:pt x="30443" y="20317"/>
                  </a:cubicBezTo>
                  <a:cubicBezTo>
                    <a:pt x="28948" y="15854"/>
                    <a:pt x="27609" y="11144"/>
                    <a:pt x="24439" y="7663"/>
                  </a:cubicBezTo>
                  <a:cubicBezTo>
                    <a:pt x="22676" y="5743"/>
                    <a:pt x="20422" y="4315"/>
                    <a:pt x="18123" y="3087"/>
                  </a:cubicBezTo>
                  <a:cubicBezTo>
                    <a:pt x="14732" y="1327"/>
                    <a:pt x="10908" y="1"/>
                    <a:pt x="7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6" name="Google Shape;876;p52"/>
          <p:cNvSpPr/>
          <p:nvPr/>
        </p:nvSpPr>
        <p:spPr>
          <a:xfrm flipH="1" rot="10800000">
            <a:off x="7981650" y="2860425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52"/>
          <p:cNvSpPr/>
          <p:nvPr/>
        </p:nvSpPr>
        <p:spPr>
          <a:xfrm flipH="1" rot="10800000">
            <a:off x="8332050" y="1975150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52"/>
          <p:cNvSpPr/>
          <p:nvPr/>
        </p:nvSpPr>
        <p:spPr>
          <a:xfrm flipH="1" rot="10800000">
            <a:off x="7932450" y="42871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52"/>
          <p:cNvSpPr/>
          <p:nvPr/>
        </p:nvSpPr>
        <p:spPr>
          <a:xfrm flipH="1" rot="10800000">
            <a:off x="7695850" y="17277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52"/>
          <p:cNvSpPr/>
          <p:nvPr/>
        </p:nvSpPr>
        <p:spPr>
          <a:xfrm flipH="1" rot="10800000">
            <a:off x="8299488" y="449200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1_1"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53"/>
          <p:cNvSpPr txBox="1"/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83" name="Google Shape;883;p53"/>
          <p:cNvSpPr txBox="1"/>
          <p:nvPr>
            <p:ph idx="1" type="subTitle"/>
          </p:nvPr>
        </p:nvSpPr>
        <p:spPr>
          <a:xfrm>
            <a:off x="2115575" y="1535450"/>
            <a:ext cx="2007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884" name="Google Shape;884;p53"/>
          <p:cNvSpPr txBox="1"/>
          <p:nvPr>
            <p:ph idx="2" type="subTitle"/>
          </p:nvPr>
        </p:nvSpPr>
        <p:spPr>
          <a:xfrm>
            <a:off x="2016350" y="2145400"/>
            <a:ext cx="5111400" cy="17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5" name="Google Shape;885;p53"/>
          <p:cNvSpPr/>
          <p:nvPr/>
        </p:nvSpPr>
        <p:spPr>
          <a:xfrm flipH="1">
            <a:off x="-178543" y="-118290"/>
            <a:ext cx="3204343" cy="1651139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53"/>
          <p:cNvSpPr/>
          <p:nvPr/>
        </p:nvSpPr>
        <p:spPr>
          <a:xfrm flipH="1" rot="10800000">
            <a:off x="-278322" y="-72669"/>
            <a:ext cx="2420522" cy="1034218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53"/>
          <p:cNvSpPr/>
          <p:nvPr/>
        </p:nvSpPr>
        <p:spPr>
          <a:xfrm rot="-10484947">
            <a:off x="-734940" y="-411807"/>
            <a:ext cx="1843431" cy="869285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53"/>
          <p:cNvSpPr/>
          <p:nvPr/>
        </p:nvSpPr>
        <p:spPr>
          <a:xfrm flipH="1" rot="10800000">
            <a:off x="1722238" y="45824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53"/>
          <p:cNvSpPr/>
          <p:nvPr/>
        </p:nvSpPr>
        <p:spPr>
          <a:xfrm flipH="1" rot="10800000">
            <a:off x="832326" y="69715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53"/>
          <p:cNvSpPr/>
          <p:nvPr/>
        </p:nvSpPr>
        <p:spPr>
          <a:xfrm flipH="1" rot="10800000">
            <a:off x="61551" y="158193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CUSTOM_11"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54"/>
          <p:cNvSpPr txBox="1"/>
          <p:nvPr>
            <p:ph type="title"/>
          </p:nvPr>
        </p:nvSpPr>
        <p:spPr>
          <a:xfrm>
            <a:off x="3105950" y="363275"/>
            <a:ext cx="293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93" name="Google Shape;893;p54"/>
          <p:cNvSpPr txBox="1"/>
          <p:nvPr>
            <p:ph idx="1" type="subTitle"/>
          </p:nvPr>
        </p:nvSpPr>
        <p:spPr>
          <a:xfrm>
            <a:off x="760275" y="1535450"/>
            <a:ext cx="2007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894" name="Google Shape;894;p54"/>
          <p:cNvSpPr txBox="1"/>
          <p:nvPr>
            <p:ph idx="2" type="subTitle"/>
          </p:nvPr>
        </p:nvSpPr>
        <p:spPr>
          <a:xfrm>
            <a:off x="540000" y="2145400"/>
            <a:ext cx="3834000" cy="17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95" name="Google Shape;895;p54"/>
          <p:cNvSpPr txBox="1"/>
          <p:nvPr>
            <p:ph idx="3" type="subTitle"/>
          </p:nvPr>
        </p:nvSpPr>
        <p:spPr>
          <a:xfrm>
            <a:off x="4564200" y="1535450"/>
            <a:ext cx="2007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896" name="Google Shape;896;p54"/>
          <p:cNvSpPr txBox="1"/>
          <p:nvPr>
            <p:ph idx="4" type="subTitle"/>
          </p:nvPr>
        </p:nvSpPr>
        <p:spPr>
          <a:xfrm>
            <a:off x="4440600" y="2145400"/>
            <a:ext cx="3834000" cy="17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97" name="Google Shape;897;p54"/>
          <p:cNvSpPr/>
          <p:nvPr/>
        </p:nvSpPr>
        <p:spPr>
          <a:xfrm>
            <a:off x="6082076" y="-118290"/>
            <a:ext cx="3204343" cy="1651139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54"/>
          <p:cNvSpPr/>
          <p:nvPr/>
        </p:nvSpPr>
        <p:spPr>
          <a:xfrm rot="10800000">
            <a:off x="6965676" y="-72669"/>
            <a:ext cx="2420522" cy="1034218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54"/>
          <p:cNvSpPr/>
          <p:nvPr/>
        </p:nvSpPr>
        <p:spPr>
          <a:xfrm flipH="1" rot="10484947">
            <a:off x="7999385" y="-411807"/>
            <a:ext cx="1843431" cy="869285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54"/>
          <p:cNvSpPr/>
          <p:nvPr/>
        </p:nvSpPr>
        <p:spPr>
          <a:xfrm rot="10800000">
            <a:off x="7222138" y="45824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54"/>
          <p:cNvSpPr/>
          <p:nvPr/>
        </p:nvSpPr>
        <p:spPr>
          <a:xfrm rot="10800000">
            <a:off x="8177150" y="69715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54"/>
          <p:cNvSpPr/>
          <p:nvPr/>
        </p:nvSpPr>
        <p:spPr>
          <a:xfrm rot="10800000">
            <a:off x="8947925" y="158193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56"/>
          <p:cNvSpPr txBox="1"/>
          <p:nvPr>
            <p:ph type="ctrTitle"/>
          </p:nvPr>
        </p:nvSpPr>
        <p:spPr>
          <a:xfrm>
            <a:off x="678600" y="1484550"/>
            <a:ext cx="7787100" cy="208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5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08" name="Google Shape;908;p56"/>
          <p:cNvSpPr txBox="1"/>
          <p:nvPr>
            <p:ph idx="1" type="subTitle"/>
          </p:nvPr>
        </p:nvSpPr>
        <p:spPr>
          <a:xfrm>
            <a:off x="2547575" y="3466725"/>
            <a:ext cx="4048800" cy="3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09" name="Google Shape;909;p56"/>
          <p:cNvSpPr/>
          <p:nvPr/>
        </p:nvSpPr>
        <p:spPr>
          <a:xfrm rot="5400000">
            <a:off x="-1867025" y="1013175"/>
            <a:ext cx="4814046" cy="1710367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56"/>
          <p:cNvSpPr/>
          <p:nvPr/>
        </p:nvSpPr>
        <p:spPr>
          <a:xfrm rot="10800000">
            <a:off x="-229260" y="3396805"/>
            <a:ext cx="3675485" cy="1893812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56"/>
          <p:cNvSpPr/>
          <p:nvPr/>
        </p:nvSpPr>
        <p:spPr>
          <a:xfrm flipH="1" rot="-315040">
            <a:off x="-236345" y="4475012"/>
            <a:ext cx="2114446" cy="997085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56"/>
          <p:cNvSpPr/>
          <p:nvPr/>
        </p:nvSpPr>
        <p:spPr>
          <a:xfrm>
            <a:off x="3282713" y="476911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56"/>
          <p:cNvSpPr/>
          <p:nvPr/>
        </p:nvSpPr>
        <p:spPr>
          <a:xfrm>
            <a:off x="927300" y="42102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56"/>
          <p:cNvSpPr/>
          <p:nvPr/>
        </p:nvSpPr>
        <p:spPr>
          <a:xfrm>
            <a:off x="55488" y="290826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56"/>
          <p:cNvSpPr/>
          <p:nvPr/>
        </p:nvSpPr>
        <p:spPr>
          <a:xfrm>
            <a:off x="4257175" y="4901838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56"/>
          <p:cNvSpPr/>
          <p:nvPr/>
        </p:nvSpPr>
        <p:spPr>
          <a:xfrm>
            <a:off x="1559288" y="3910538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56"/>
          <p:cNvSpPr/>
          <p:nvPr/>
        </p:nvSpPr>
        <p:spPr>
          <a:xfrm rot="-5400000">
            <a:off x="6110254" y="2527892"/>
            <a:ext cx="4814046" cy="1710367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56"/>
          <p:cNvSpPr/>
          <p:nvPr/>
        </p:nvSpPr>
        <p:spPr>
          <a:xfrm>
            <a:off x="5744675" y="-169359"/>
            <a:ext cx="3627772" cy="1869298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56"/>
          <p:cNvSpPr/>
          <p:nvPr/>
        </p:nvSpPr>
        <p:spPr>
          <a:xfrm flipH="1" rot="10484934">
            <a:off x="7292455" y="-348495"/>
            <a:ext cx="2087045" cy="984164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56"/>
          <p:cNvSpPr/>
          <p:nvPr/>
        </p:nvSpPr>
        <p:spPr>
          <a:xfrm rot="10800000">
            <a:off x="5634813" y="20792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56"/>
          <p:cNvSpPr/>
          <p:nvPr/>
        </p:nvSpPr>
        <p:spPr>
          <a:xfrm rot="10800000">
            <a:off x="7750600" y="102480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56"/>
          <p:cNvSpPr/>
          <p:nvPr/>
        </p:nvSpPr>
        <p:spPr>
          <a:xfrm rot="10800000">
            <a:off x="8980488" y="193977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56"/>
          <p:cNvSpPr/>
          <p:nvPr/>
        </p:nvSpPr>
        <p:spPr>
          <a:xfrm rot="10800000">
            <a:off x="4725450" y="139996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57"/>
          <p:cNvSpPr txBox="1"/>
          <p:nvPr>
            <p:ph type="title"/>
          </p:nvPr>
        </p:nvSpPr>
        <p:spPr>
          <a:xfrm>
            <a:off x="1912475" y="2261338"/>
            <a:ext cx="5319000" cy="8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26" name="Google Shape;926;p57"/>
          <p:cNvSpPr txBox="1"/>
          <p:nvPr>
            <p:ph hasCustomPrompt="1" idx="2" type="title"/>
          </p:nvPr>
        </p:nvSpPr>
        <p:spPr>
          <a:xfrm>
            <a:off x="3105600" y="1164675"/>
            <a:ext cx="2932800" cy="9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27" name="Google Shape;927;p57"/>
          <p:cNvSpPr txBox="1"/>
          <p:nvPr>
            <p:ph idx="1" type="subTitle"/>
          </p:nvPr>
        </p:nvSpPr>
        <p:spPr>
          <a:xfrm>
            <a:off x="2815400" y="3123913"/>
            <a:ext cx="3513300" cy="43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28" name="Google Shape;928;p57"/>
          <p:cNvSpPr/>
          <p:nvPr/>
        </p:nvSpPr>
        <p:spPr>
          <a:xfrm rot="10800000">
            <a:off x="-260192" y="3285293"/>
            <a:ext cx="4058317" cy="1729782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57"/>
          <p:cNvSpPr/>
          <p:nvPr/>
        </p:nvSpPr>
        <p:spPr>
          <a:xfrm rot="10800000">
            <a:off x="158481" y="4429982"/>
            <a:ext cx="4130269" cy="1085168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57"/>
          <p:cNvSpPr/>
          <p:nvPr/>
        </p:nvSpPr>
        <p:spPr>
          <a:xfrm>
            <a:off x="3699725" y="46636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57"/>
          <p:cNvSpPr/>
          <p:nvPr/>
        </p:nvSpPr>
        <p:spPr>
          <a:xfrm>
            <a:off x="1811013" y="438261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57"/>
          <p:cNvSpPr/>
          <p:nvPr/>
        </p:nvSpPr>
        <p:spPr>
          <a:xfrm>
            <a:off x="-332175" y="3703451"/>
            <a:ext cx="2874201" cy="1521816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57"/>
          <p:cNvSpPr/>
          <p:nvPr/>
        </p:nvSpPr>
        <p:spPr>
          <a:xfrm>
            <a:off x="1232025" y="401702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57"/>
          <p:cNvSpPr/>
          <p:nvPr/>
        </p:nvSpPr>
        <p:spPr>
          <a:xfrm>
            <a:off x="108888" y="3007538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57"/>
          <p:cNvSpPr/>
          <p:nvPr/>
        </p:nvSpPr>
        <p:spPr>
          <a:xfrm>
            <a:off x="5365175" y="166613"/>
            <a:ext cx="4058317" cy="1729782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57"/>
          <p:cNvSpPr/>
          <p:nvPr/>
        </p:nvSpPr>
        <p:spPr>
          <a:xfrm>
            <a:off x="4874550" y="-333462"/>
            <a:ext cx="4130269" cy="1085168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57"/>
          <p:cNvSpPr/>
          <p:nvPr/>
        </p:nvSpPr>
        <p:spPr>
          <a:xfrm rot="10800000">
            <a:off x="5365175" y="41931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57"/>
          <p:cNvSpPr/>
          <p:nvPr/>
        </p:nvSpPr>
        <p:spPr>
          <a:xfrm rot="10800000">
            <a:off x="7188788" y="635575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57"/>
          <p:cNvSpPr/>
          <p:nvPr/>
        </p:nvSpPr>
        <p:spPr>
          <a:xfrm rot="10800000">
            <a:off x="6621274" y="-43579"/>
            <a:ext cx="2874201" cy="1521816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57"/>
          <p:cNvSpPr/>
          <p:nvPr/>
        </p:nvSpPr>
        <p:spPr>
          <a:xfrm rot="10800000">
            <a:off x="7832875" y="106596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57"/>
          <p:cNvSpPr/>
          <p:nvPr/>
        </p:nvSpPr>
        <p:spPr>
          <a:xfrm rot="10800000">
            <a:off x="8890913" y="20106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58"/>
          <p:cNvSpPr txBox="1"/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4" name="Google Shape;944;p58"/>
          <p:cNvSpPr txBox="1"/>
          <p:nvPr>
            <p:ph idx="1" type="body"/>
          </p:nvPr>
        </p:nvSpPr>
        <p:spPr>
          <a:xfrm>
            <a:off x="540000" y="1028700"/>
            <a:ext cx="8064000" cy="35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200"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945" name="Google Shape;945;p58"/>
          <p:cNvGrpSpPr/>
          <p:nvPr/>
        </p:nvGrpSpPr>
        <p:grpSpPr>
          <a:xfrm flipH="1">
            <a:off x="-129749" y="-116300"/>
            <a:ext cx="2684034" cy="1738163"/>
            <a:chOff x="6654501" y="-116300"/>
            <a:chExt cx="2684034" cy="1738163"/>
          </a:xfrm>
        </p:grpSpPr>
        <p:sp>
          <p:nvSpPr>
            <p:cNvPr id="946" name="Google Shape;946;p58"/>
            <p:cNvSpPr/>
            <p:nvPr/>
          </p:nvSpPr>
          <p:spPr>
            <a:xfrm>
              <a:off x="6654501" y="-116300"/>
              <a:ext cx="2684034" cy="1535681"/>
            </a:xfrm>
            <a:custGeom>
              <a:rect b="b" l="l" r="r" t="t"/>
              <a:pathLst>
                <a:path extrusionOk="0" h="36451" w="64695">
                  <a:moveTo>
                    <a:pt x="5503" y="0"/>
                  </a:moveTo>
                  <a:cubicBezTo>
                    <a:pt x="2589" y="0"/>
                    <a:pt x="1" y="186"/>
                    <a:pt x="237" y="874"/>
                  </a:cubicBezTo>
                  <a:cubicBezTo>
                    <a:pt x="460" y="1499"/>
                    <a:pt x="4411" y="2169"/>
                    <a:pt x="5259" y="2593"/>
                  </a:cubicBezTo>
                  <a:cubicBezTo>
                    <a:pt x="7178" y="3552"/>
                    <a:pt x="8897" y="4869"/>
                    <a:pt x="10325" y="6454"/>
                  </a:cubicBezTo>
                  <a:cubicBezTo>
                    <a:pt x="13673" y="10092"/>
                    <a:pt x="16619" y="21050"/>
                    <a:pt x="24989" y="22345"/>
                  </a:cubicBezTo>
                  <a:cubicBezTo>
                    <a:pt x="25398" y="22407"/>
                    <a:pt x="25804" y="22437"/>
                    <a:pt x="26206" y="22437"/>
                  </a:cubicBezTo>
                  <a:cubicBezTo>
                    <a:pt x="31849" y="22437"/>
                    <a:pt x="36809" y="16669"/>
                    <a:pt x="38871" y="15314"/>
                  </a:cubicBezTo>
                  <a:cubicBezTo>
                    <a:pt x="39863" y="14681"/>
                    <a:pt x="40996" y="14362"/>
                    <a:pt x="42135" y="14362"/>
                  </a:cubicBezTo>
                  <a:cubicBezTo>
                    <a:pt x="43201" y="14362"/>
                    <a:pt x="44272" y="14642"/>
                    <a:pt x="45232" y="15203"/>
                  </a:cubicBezTo>
                  <a:cubicBezTo>
                    <a:pt x="49027" y="17502"/>
                    <a:pt x="49071" y="22858"/>
                    <a:pt x="50634" y="27010"/>
                  </a:cubicBezTo>
                  <a:cubicBezTo>
                    <a:pt x="52642" y="32143"/>
                    <a:pt x="57307" y="35759"/>
                    <a:pt x="62775" y="36450"/>
                  </a:cubicBezTo>
                  <a:cubicBezTo>
                    <a:pt x="62396" y="25269"/>
                    <a:pt x="63043" y="14065"/>
                    <a:pt x="64694" y="2994"/>
                  </a:cubicBezTo>
                  <a:cubicBezTo>
                    <a:pt x="57530" y="1745"/>
                    <a:pt x="50232" y="1499"/>
                    <a:pt x="42978" y="1254"/>
                  </a:cubicBezTo>
                  <a:cubicBezTo>
                    <a:pt x="32957" y="896"/>
                    <a:pt x="22936" y="562"/>
                    <a:pt x="12914" y="249"/>
                  </a:cubicBezTo>
                  <a:cubicBezTo>
                    <a:pt x="12140" y="215"/>
                    <a:pt x="8634" y="0"/>
                    <a:pt x="55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58"/>
            <p:cNvSpPr/>
            <p:nvPr/>
          </p:nvSpPr>
          <p:spPr>
            <a:xfrm flipH="1" rot="5400000">
              <a:off x="8050932" y="-354518"/>
              <a:ext cx="808131" cy="1493289"/>
            </a:xfrm>
            <a:custGeom>
              <a:rect b="b" l="l" r="r" t="t"/>
              <a:pathLst>
                <a:path extrusionOk="0" h="44420" w="24039">
                  <a:moveTo>
                    <a:pt x="17715" y="1"/>
                  </a:moveTo>
                  <a:cubicBezTo>
                    <a:pt x="16371" y="1"/>
                    <a:pt x="14900" y="541"/>
                    <a:pt x="13704" y="2213"/>
                  </a:cubicBezTo>
                  <a:cubicBezTo>
                    <a:pt x="10848" y="6185"/>
                    <a:pt x="15289" y="12211"/>
                    <a:pt x="13392" y="17300"/>
                  </a:cubicBezTo>
                  <a:cubicBezTo>
                    <a:pt x="11272" y="22947"/>
                    <a:pt x="1" y="24509"/>
                    <a:pt x="1384" y="34262"/>
                  </a:cubicBezTo>
                  <a:cubicBezTo>
                    <a:pt x="2268" y="40412"/>
                    <a:pt x="11808" y="44419"/>
                    <a:pt x="18141" y="44419"/>
                  </a:cubicBezTo>
                  <a:cubicBezTo>
                    <a:pt x="19486" y="44419"/>
                    <a:pt x="20686" y="44239"/>
                    <a:pt x="21628" y="43860"/>
                  </a:cubicBezTo>
                  <a:cubicBezTo>
                    <a:pt x="21918" y="43748"/>
                    <a:pt x="23413" y="36851"/>
                    <a:pt x="23480" y="36048"/>
                  </a:cubicBezTo>
                  <a:cubicBezTo>
                    <a:pt x="24038" y="28549"/>
                    <a:pt x="24016" y="20983"/>
                    <a:pt x="23369" y="13484"/>
                  </a:cubicBezTo>
                  <a:cubicBezTo>
                    <a:pt x="23056" y="9890"/>
                    <a:pt x="22699" y="6252"/>
                    <a:pt x="22186" y="2681"/>
                  </a:cubicBezTo>
                  <a:cubicBezTo>
                    <a:pt x="22052" y="1766"/>
                    <a:pt x="22141" y="2168"/>
                    <a:pt x="21315" y="1320"/>
                  </a:cubicBezTo>
                  <a:cubicBezTo>
                    <a:pt x="20767" y="784"/>
                    <a:pt x="19333" y="1"/>
                    <a:pt x="177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58"/>
            <p:cNvSpPr/>
            <p:nvPr/>
          </p:nvSpPr>
          <p:spPr>
            <a:xfrm rot="10800000">
              <a:off x="7613850" y="-116300"/>
              <a:ext cx="1724676" cy="736904"/>
            </a:xfrm>
            <a:custGeom>
              <a:rect b="b" l="l" r="r" t="t"/>
              <a:pathLst>
                <a:path extrusionOk="0" h="61524" w="143993">
                  <a:moveTo>
                    <a:pt x="25900" y="1"/>
                  </a:moveTo>
                  <a:cubicBezTo>
                    <a:pt x="11671" y="1"/>
                    <a:pt x="1" y="8596"/>
                    <a:pt x="1" y="8596"/>
                  </a:cubicBezTo>
                  <a:lnTo>
                    <a:pt x="186" y="61523"/>
                  </a:lnTo>
                  <a:lnTo>
                    <a:pt x="143993" y="61523"/>
                  </a:lnTo>
                  <a:cubicBezTo>
                    <a:pt x="138074" y="43327"/>
                    <a:pt x="128448" y="39288"/>
                    <a:pt x="117124" y="39288"/>
                  </a:cubicBezTo>
                  <a:cubicBezTo>
                    <a:pt x="108085" y="39288"/>
                    <a:pt x="97965" y="41861"/>
                    <a:pt x="87783" y="41861"/>
                  </a:cubicBezTo>
                  <a:cubicBezTo>
                    <a:pt x="83897" y="41861"/>
                    <a:pt x="80003" y="41486"/>
                    <a:pt x="76156" y="40451"/>
                  </a:cubicBezTo>
                  <a:cubicBezTo>
                    <a:pt x="58842" y="35830"/>
                    <a:pt x="64326" y="18763"/>
                    <a:pt x="43685" y="5269"/>
                  </a:cubicBezTo>
                  <a:cubicBezTo>
                    <a:pt x="37737" y="1386"/>
                    <a:pt x="31612" y="1"/>
                    <a:pt x="259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58"/>
            <p:cNvSpPr/>
            <p:nvPr/>
          </p:nvSpPr>
          <p:spPr>
            <a:xfrm>
              <a:off x="7365463" y="107038"/>
              <a:ext cx="163500" cy="163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58"/>
            <p:cNvSpPr/>
            <p:nvPr/>
          </p:nvSpPr>
          <p:spPr>
            <a:xfrm>
              <a:off x="8469625" y="775288"/>
              <a:ext cx="98400" cy="9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58"/>
            <p:cNvSpPr/>
            <p:nvPr/>
          </p:nvSpPr>
          <p:spPr>
            <a:xfrm>
              <a:off x="8942775" y="1523163"/>
              <a:ext cx="98400" cy="98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2" name="Google Shape;952;p58"/>
          <p:cNvGrpSpPr/>
          <p:nvPr/>
        </p:nvGrpSpPr>
        <p:grpSpPr>
          <a:xfrm>
            <a:off x="6806901" y="-116300"/>
            <a:ext cx="2684034" cy="1738163"/>
            <a:chOff x="6654501" y="-116300"/>
            <a:chExt cx="2684034" cy="1738163"/>
          </a:xfrm>
        </p:grpSpPr>
        <p:sp>
          <p:nvSpPr>
            <p:cNvPr id="953" name="Google Shape;953;p58"/>
            <p:cNvSpPr/>
            <p:nvPr/>
          </p:nvSpPr>
          <p:spPr>
            <a:xfrm>
              <a:off x="6654501" y="-116300"/>
              <a:ext cx="2684034" cy="1535681"/>
            </a:xfrm>
            <a:custGeom>
              <a:rect b="b" l="l" r="r" t="t"/>
              <a:pathLst>
                <a:path extrusionOk="0" h="36451" w="64695">
                  <a:moveTo>
                    <a:pt x="5503" y="0"/>
                  </a:moveTo>
                  <a:cubicBezTo>
                    <a:pt x="2589" y="0"/>
                    <a:pt x="1" y="186"/>
                    <a:pt x="237" y="874"/>
                  </a:cubicBezTo>
                  <a:cubicBezTo>
                    <a:pt x="460" y="1499"/>
                    <a:pt x="4411" y="2169"/>
                    <a:pt x="5259" y="2593"/>
                  </a:cubicBezTo>
                  <a:cubicBezTo>
                    <a:pt x="7178" y="3552"/>
                    <a:pt x="8897" y="4869"/>
                    <a:pt x="10325" y="6454"/>
                  </a:cubicBezTo>
                  <a:cubicBezTo>
                    <a:pt x="13673" y="10092"/>
                    <a:pt x="16619" y="21050"/>
                    <a:pt x="24989" y="22345"/>
                  </a:cubicBezTo>
                  <a:cubicBezTo>
                    <a:pt x="25398" y="22407"/>
                    <a:pt x="25804" y="22437"/>
                    <a:pt x="26206" y="22437"/>
                  </a:cubicBezTo>
                  <a:cubicBezTo>
                    <a:pt x="31849" y="22437"/>
                    <a:pt x="36809" y="16669"/>
                    <a:pt x="38871" y="15314"/>
                  </a:cubicBezTo>
                  <a:cubicBezTo>
                    <a:pt x="39863" y="14681"/>
                    <a:pt x="40996" y="14362"/>
                    <a:pt x="42135" y="14362"/>
                  </a:cubicBezTo>
                  <a:cubicBezTo>
                    <a:pt x="43201" y="14362"/>
                    <a:pt x="44272" y="14642"/>
                    <a:pt x="45232" y="15203"/>
                  </a:cubicBezTo>
                  <a:cubicBezTo>
                    <a:pt x="49027" y="17502"/>
                    <a:pt x="49071" y="22858"/>
                    <a:pt x="50634" y="27010"/>
                  </a:cubicBezTo>
                  <a:cubicBezTo>
                    <a:pt x="52642" y="32143"/>
                    <a:pt x="57307" y="35759"/>
                    <a:pt x="62775" y="36450"/>
                  </a:cubicBezTo>
                  <a:cubicBezTo>
                    <a:pt x="62396" y="25269"/>
                    <a:pt x="63043" y="14065"/>
                    <a:pt x="64694" y="2994"/>
                  </a:cubicBezTo>
                  <a:cubicBezTo>
                    <a:pt x="57530" y="1745"/>
                    <a:pt x="50232" y="1499"/>
                    <a:pt x="42978" y="1254"/>
                  </a:cubicBezTo>
                  <a:cubicBezTo>
                    <a:pt x="32957" y="896"/>
                    <a:pt x="22936" y="562"/>
                    <a:pt x="12914" y="249"/>
                  </a:cubicBezTo>
                  <a:cubicBezTo>
                    <a:pt x="12140" y="215"/>
                    <a:pt x="8634" y="0"/>
                    <a:pt x="55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58"/>
            <p:cNvSpPr/>
            <p:nvPr/>
          </p:nvSpPr>
          <p:spPr>
            <a:xfrm flipH="1" rot="5400000">
              <a:off x="8050932" y="-354518"/>
              <a:ext cx="808131" cy="1493289"/>
            </a:xfrm>
            <a:custGeom>
              <a:rect b="b" l="l" r="r" t="t"/>
              <a:pathLst>
                <a:path extrusionOk="0" h="44420" w="24039">
                  <a:moveTo>
                    <a:pt x="17715" y="1"/>
                  </a:moveTo>
                  <a:cubicBezTo>
                    <a:pt x="16371" y="1"/>
                    <a:pt x="14900" y="541"/>
                    <a:pt x="13704" y="2213"/>
                  </a:cubicBezTo>
                  <a:cubicBezTo>
                    <a:pt x="10848" y="6185"/>
                    <a:pt x="15289" y="12211"/>
                    <a:pt x="13392" y="17300"/>
                  </a:cubicBezTo>
                  <a:cubicBezTo>
                    <a:pt x="11272" y="22947"/>
                    <a:pt x="1" y="24509"/>
                    <a:pt x="1384" y="34262"/>
                  </a:cubicBezTo>
                  <a:cubicBezTo>
                    <a:pt x="2268" y="40412"/>
                    <a:pt x="11808" y="44419"/>
                    <a:pt x="18141" y="44419"/>
                  </a:cubicBezTo>
                  <a:cubicBezTo>
                    <a:pt x="19486" y="44419"/>
                    <a:pt x="20686" y="44239"/>
                    <a:pt x="21628" y="43860"/>
                  </a:cubicBezTo>
                  <a:cubicBezTo>
                    <a:pt x="21918" y="43748"/>
                    <a:pt x="23413" y="36851"/>
                    <a:pt x="23480" y="36048"/>
                  </a:cubicBezTo>
                  <a:cubicBezTo>
                    <a:pt x="24038" y="28549"/>
                    <a:pt x="24016" y="20983"/>
                    <a:pt x="23369" y="13484"/>
                  </a:cubicBezTo>
                  <a:cubicBezTo>
                    <a:pt x="23056" y="9890"/>
                    <a:pt x="22699" y="6252"/>
                    <a:pt x="22186" y="2681"/>
                  </a:cubicBezTo>
                  <a:cubicBezTo>
                    <a:pt x="22052" y="1766"/>
                    <a:pt x="22141" y="2168"/>
                    <a:pt x="21315" y="1320"/>
                  </a:cubicBezTo>
                  <a:cubicBezTo>
                    <a:pt x="20767" y="784"/>
                    <a:pt x="19333" y="1"/>
                    <a:pt x="177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58"/>
            <p:cNvSpPr/>
            <p:nvPr/>
          </p:nvSpPr>
          <p:spPr>
            <a:xfrm rot="10800000">
              <a:off x="7613850" y="-116300"/>
              <a:ext cx="1724676" cy="736904"/>
            </a:xfrm>
            <a:custGeom>
              <a:rect b="b" l="l" r="r" t="t"/>
              <a:pathLst>
                <a:path extrusionOk="0" h="61524" w="143993">
                  <a:moveTo>
                    <a:pt x="25900" y="1"/>
                  </a:moveTo>
                  <a:cubicBezTo>
                    <a:pt x="11671" y="1"/>
                    <a:pt x="1" y="8596"/>
                    <a:pt x="1" y="8596"/>
                  </a:cubicBezTo>
                  <a:lnTo>
                    <a:pt x="186" y="61523"/>
                  </a:lnTo>
                  <a:lnTo>
                    <a:pt x="143993" y="61523"/>
                  </a:lnTo>
                  <a:cubicBezTo>
                    <a:pt x="138074" y="43327"/>
                    <a:pt x="128448" y="39288"/>
                    <a:pt x="117124" y="39288"/>
                  </a:cubicBezTo>
                  <a:cubicBezTo>
                    <a:pt x="108085" y="39288"/>
                    <a:pt x="97965" y="41861"/>
                    <a:pt x="87783" y="41861"/>
                  </a:cubicBezTo>
                  <a:cubicBezTo>
                    <a:pt x="83897" y="41861"/>
                    <a:pt x="80003" y="41486"/>
                    <a:pt x="76156" y="40451"/>
                  </a:cubicBezTo>
                  <a:cubicBezTo>
                    <a:pt x="58842" y="35830"/>
                    <a:pt x="64326" y="18763"/>
                    <a:pt x="43685" y="5269"/>
                  </a:cubicBezTo>
                  <a:cubicBezTo>
                    <a:pt x="37737" y="1386"/>
                    <a:pt x="31612" y="1"/>
                    <a:pt x="259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58"/>
            <p:cNvSpPr/>
            <p:nvPr/>
          </p:nvSpPr>
          <p:spPr>
            <a:xfrm>
              <a:off x="7365463" y="107038"/>
              <a:ext cx="163500" cy="163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58"/>
            <p:cNvSpPr/>
            <p:nvPr/>
          </p:nvSpPr>
          <p:spPr>
            <a:xfrm>
              <a:off x="8469625" y="775288"/>
              <a:ext cx="98400" cy="9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58"/>
            <p:cNvSpPr/>
            <p:nvPr/>
          </p:nvSpPr>
          <p:spPr>
            <a:xfrm>
              <a:off x="8942775" y="1523163"/>
              <a:ext cx="98400" cy="98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59"/>
          <p:cNvSpPr txBox="1"/>
          <p:nvPr>
            <p:ph idx="1" type="subTitle"/>
          </p:nvPr>
        </p:nvSpPr>
        <p:spPr>
          <a:xfrm>
            <a:off x="5069450" y="2590588"/>
            <a:ext cx="28848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961" name="Google Shape;961;p59"/>
          <p:cNvSpPr txBox="1"/>
          <p:nvPr>
            <p:ph idx="2" type="subTitle"/>
          </p:nvPr>
        </p:nvSpPr>
        <p:spPr>
          <a:xfrm>
            <a:off x="5069400" y="2882600"/>
            <a:ext cx="2884800" cy="7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2" name="Google Shape;962;p59"/>
          <p:cNvSpPr txBox="1"/>
          <p:nvPr>
            <p:ph idx="3" type="subTitle"/>
          </p:nvPr>
        </p:nvSpPr>
        <p:spPr>
          <a:xfrm>
            <a:off x="1189788" y="2590588"/>
            <a:ext cx="28848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963" name="Google Shape;963;p59"/>
          <p:cNvSpPr txBox="1"/>
          <p:nvPr>
            <p:ph idx="4" type="subTitle"/>
          </p:nvPr>
        </p:nvSpPr>
        <p:spPr>
          <a:xfrm>
            <a:off x="1189800" y="2882600"/>
            <a:ext cx="2884800" cy="7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4" name="Google Shape;964;p59"/>
          <p:cNvSpPr/>
          <p:nvPr/>
        </p:nvSpPr>
        <p:spPr>
          <a:xfrm rot="10376871">
            <a:off x="-495921" y="-203555"/>
            <a:ext cx="4143688" cy="1411694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59"/>
          <p:cNvSpPr/>
          <p:nvPr/>
        </p:nvSpPr>
        <p:spPr>
          <a:xfrm>
            <a:off x="3812651" y="348974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59"/>
          <p:cNvSpPr/>
          <p:nvPr/>
        </p:nvSpPr>
        <p:spPr>
          <a:xfrm>
            <a:off x="593226" y="838649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59"/>
          <p:cNvSpPr/>
          <p:nvPr/>
        </p:nvSpPr>
        <p:spPr>
          <a:xfrm>
            <a:off x="4418776" y="63342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59"/>
          <p:cNvSpPr/>
          <p:nvPr/>
        </p:nvSpPr>
        <p:spPr>
          <a:xfrm>
            <a:off x="2981851" y="25027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59"/>
          <p:cNvSpPr/>
          <p:nvPr/>
        </p:nvSpPr>
        <p:spPr>
          <a:xfrm flipH="1">
            <a:off x="-201027" y="-164602"/>
            <a:ext cx="3007352" cy="1244123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59"/>
          <p:cNvSpPr/>
          <p:nvPr/>
        </p:nvSpPr>
        <p:spPr>
          <a:xfrm rot="10800000">
            <a:off x="-259611" y="-297078"/>
            <a:ext cx="2457436" cy="930503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59"/>
          <p:cNvSpPr/>
          <p:nvPr/>
        </p:nvSpPr>
        <p:spPr>
          <a:xfrm rot="-448972">
            <a:off x="5418223" y="3906226"/>
            <a:ext cx="4114989" cy="1394558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59"/>
          <p:cNvSpPr/>
          <p:nvPr/>
        </p:nvSpPr>
        <p:spPr>
          <a:xfrm rot="10800000">
            <a:off x="4710711" y="4724448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59"/>
          <p:cNvSpPr/>
          <p:nvPr/>
        </p:nvSpPr>
        <p:spPr>
          <a:xfrm rot="10800000">
            <a:off x="8391336" y="4168473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59"/>
          <p:cNvSpPr/>
          <p:nvPr/>
        </p:nvSpPr>
        <p:spPr>
          <a:xfrm rot="10800000">
            <a:off x="5390761" y="416847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59"/>
          <p:cNvSpPr/>
          <p:nvPr/>
        </p:nvSpPr>
        <p:spPr>
          <a:xfrm rot="10800000">
            <a:off x="6002711" y="4756848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59"/>
          <p:cNvSpPr/>
          <p:nvPr/>
        </p:nvSpPr>
        <p:spPr>
          <a:xfrm flipH="1" rot="10800000">
            <a:off x="6276637" y="4026301"/>
            <a:ext cx="3007352" cy="1244123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59"/>
          <p:cNvSpPr/>
          <p:nvPr/>
        </p:nvSpPr>
        <p:spPr>
          <a:xfrm>
            <a:off x="6885137" y="4472397"/>
            <a:ext cx="2457436" cy="930503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60"/>
          <p:cNvSpPr txBox="1"/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80" name="Google Shape;980;p60"/>
          <p:cNvSpPr/>
          <p:nvPr/>
        </p:nvSpPr>
        <p:spPr>
          <a:xfrm>
            <a:off x="6082076" y="-118290"/>
            <a:ext cx="3204343" cy="1651139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60"/>
          <p:cNvSpPr/>
          <p:nvPr/>
        </p:nvSpPr>
        <p:spPr>
          <a:xfrm rot="10800000">
            <a:off x="6965676" y="-72669"/>
            <a:ext cx="2420522" cy="1034218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60"/>
          <p:cNvSpPr/>
          <p:nvPr/>
        </p:nvSpPr>
        <p:spPr>
          <a:xfrm flipH="1" rot="10484947">
            <a:off x="7999385" y="-411807"/>
            <a:ext cx="1843431" cy="869285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60"/>
          <p:cNvSpPr/>
          <p:nvPr/>
        </p:nvSpPr>
        <p:spPr>
          <a:xfrm rot="10800000">
            <a:off x="7222138" y="45824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60"/>
          <p:cNvSpPr/>
          <p:nvPr/>
        </p:nvSpPr>
        <p:spPr>
          <a:xfrm rot="10800000">
            <a:off x="8177150" y="69715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60"/>
          <p:cNvSpPr/>
          <p:nvPr/>
        </p:nvSpPr>
        <p:spPr>
          <a:xfrm rot="10800000">
            <a:off x="8947925" y="158193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61"/>
          <p:cNvSpPr txBox="1"/>
          <p:nvPr>
            <p:ph type="title"/>
          </p:nvPr>
        </p:nvSpPr>
        <p:spPr>
          <a:xfrm>
            <a:off x="478950" y="1922950"/>
            <a:ext cx="4860000" cy="8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88" name="Google Shape;988;p61"/>
          <p:cNvSpPr txBox="1"/>
          <p:nvPr>
            <p:ph idx="1" type="subTitle"/>
          </p:nvPr>
        </p:nvSpPr>
        <p:spPr>
          <a:xfrm>
            <a:off x="479050" y="2757125"/>
            <a:ext cx="4860000" cy="49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89" name="Google Shape;989;p61"/>
          <p:cNvSpPr/>
          <p:nvPr/>
        </p:nvSpPr>
        <p:spPr>
          <a:xfrm rot="-10667561">
            <a:off x="305871" y="4396335"/>
            <a:ext cx="4818716" cy="780968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61"/>
          <p:cNvSpPr/>
          <p:nvPr/>
        </p:nvSpPr>
        <p:spPr>
          <a:xfrm rot="10800000">
            <a:off x="402459" y="4303597"/>
            <a:ext cx="2393629" cy="966464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61"/>
          <p:cNvSpPr/>
          <p:nvPr/>
        </p:nvSpPr>
        <p:spPr>
          <a:xfrm>
            <a:off x="-272112" y="4159112"/>
            <a:ext cx="2096898" cy="98915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61"/>
          <p:cNvSpPr/>
          <p:nvPr/>
        </p:nvSpPr>
        <p:spPr>
          <a:xfrm>
            <a:off x="5246676" y="4820774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61"/>
          <p:cNvSpPr/>
          <p:nvPr/>
        </p:nvSpPr>
        <p:spPr>
          <a:xfrm>
            <a:off x="402451" y="3952199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61"/>
          <p:cNvSpPr/>
          <p:nvPr/>
        </p:nvSpPr>
        <p:spPr>
          <a:xfrm>
            <a:off x="1153051" y="439062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61"/>
          <p:cNvSpPr/>
          <p:nvPr/>
        </p:nvSpPr>
        <p:spPr>
          <a:xfrm>
            <a:off x="2859751" y="473747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61"/>
          <p:cNvSpPr/>
          <p:nvPr/>
        </p:nvSpPr>
        <p:spPr>
          <a:xfrm flipH="1" rot="-132439">
            <a:off x="305871" y="-39916"/>
            <a:ext cx="4818716" cy="780968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61"/>
          <p:cNvSpPr/>
          <p:nvPr/>
        </p:nvSpPr>
        <p:spPr>
          <a:xfrm flipH="1">
            <a:off x="402459" y="-132676"/>
            <a:ext cx="2393629" cy="966464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61"/>
          <p:cNvSpPr/>
          <p:nvPr/>
        </p:nvSpPr>
        <p:spPr>
          <a:xfrm flipH="1" rot="10800000">
            <a:off x="-272112" y="-10878"/>
            <a:ext cx="2096898" cy="98915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61"/>
          <p:cNvSpPr/>
          <p:nvPr/>
        </p:nvSpPr>
        <p:spPr>
          <a:xfrm flipH="1" rot="10800000">
            <a:off x="402451" y="1086487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61"/>
          <p:cNvSpPr/>
          <p:nvPr/>
        </p:nvSpPr>
        <p:spPr>
          <a:xfrm flipH="1" rot="10800000">
            <a:off x="1153051" y="648062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61"/>
          <p:cNvSpPr/>
          <p:nvPr/>
        </p:nvSpPr>
        <p:spPr>
          <a:xfrm flipH="1" rot="10800000">
            <a:off x="2859751" y="301212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61"/>
          <p:cNvSpPr/>
          <p:nvPr/>
        </p:nvSpPr>
        <p:spPr>
          <a:xfrm flipH="1" rot="10800000">
            <a:off x="5246676" y="153112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62"/>
          <p:cNvSpPr txBox="1"/>
          <p:nvPr>
            <p:ph type="title"/>
          </p:nvPr>
        </p:nvSpPr>
        <p:spPr>
          <a:xfrm>
            <a:off x="1388100" y="1076025"/>
            <a:ext cx="6367800" cy="28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95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05" name="Google Shape;1005;p62"/>
          <p:cNvSpPr/>
          <p:nvPr/>
        </p:nvSpPr>
        <p:spPr>
          <a:xfrm flipH="1">
            <a:off x="-426404" y="-84700"/>
            <a:ext cx="6890071" cy="880003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62"/>
          <p:cNvSpPr/>
          <p:nvPr/>
        </p:nvSpPr>
        <p:spPr>
          <a:xfrm rot="10800000">
            <a:off x="-294784" y="-365201"/>
            <a:ext cx="3086654" cy="972101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62"/>
          <p:cNvSpPr/>
          <p:nvPr/>
        </p:nvSpPr>
        <p:spPr>
          <a:xfrm rot="-5400147">
            <a:off x="232464" y="-691625"/>
            <a:ext cx="1404839" cy="2093848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62"/>
          <p:cNvSpPr/>
          <p:nvPr/>
        </p:nvSpPr>
        <p:spPr>
          <a:xfrm flipH="1">
            <a:off x="683516" y="606900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62"/>
          <p:cNvSpPr/>
          <p:nvPr/>
        </p:nvSpPr>
        <p:spPr>
          <a:xfrm flipH="1">
            <a:off x="2476066" y="6665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62"/>
          <p:cNvSpPr/>
          <p:nvPr/>
        </p:nvSpPr>
        <p:spPr>
          <a:xfrm flipH="1">
            <a:off x="3173616" y="244725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62"/>
          <p:cNvSpPr/>
          <p:nvPr/>
        </p:nvSpPr>
        <p:spPr>
          <a:xfrm flipH="1">
            <a:off x="6566441" y="273550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62"/>
          <p:cNvSpPr/>
          <p:nvPr/>
        </p:nvSpPr>
        <p:spPr>
          <a:xfrm flipH="1" rot="10800000">
            <a:off x="2631095" y="4430364"/>
            <a:ext cx="6890071" cy="880003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62"/>
          <p:cNvSpPr/>
          <p:nvPr/>
        </p:nvSpPr>
        <p:spPr>
          <a:xfrm>
            <a:off x="6302893" y="4618767"/>
            <a:ext cx="3086654" cy="972101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62"/>
          <p:cNvSpPr/>
          <p:nvPr/>
        </p:nvSpPr>
        <p:spPr>
          <a:xfrm rot="5399853">
            <a:off x="7457460" y="3823444"/>
            <a:ext cx="1404839" cy="2093848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62"/>
          <p:cNvSpPr/>
          <p:nvPr/>
        </p:nvSpPr>
        <p:spPr>
          <a:xfrm flipH="1" rot="10800000">
            <a:off x="8312846" y="4520067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62"/>
          <p:cNvSpPr/>
          <p:nvPr/>
        </p:nvSpPr>
        <p:spPr>
          <a:xfrm flipH="1" rot="10800000">
            <a:off x="6455196" y="4395617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62"/>
          <p:cNvSpPr/>
          <p:nvPr/>
        </p:nvSpPr>
        <p:spPr>
          <a:xfrm flipH="1" rot="10800000">
            <a:off x="5822746" y="4882242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62"/>
          <p:cNvSpPr/>
          <p:nvPr/>
        </p:nvSpPr>
        <p:spPr>
          <a:xfrm flipH="1" rot="10800000">
            <a:off x="8749921" y="4232117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62"/>
          <p:cNvSpPr/>
          <p:nvPr/>
        </p:nvSpPr>
        <p:spPr>
          <a:xfrm flipH="1" rot="10800000">
            <a:off x="2364821" y="4788617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62"/>
          <p:cNvSpPr/>
          <p:nvPr/>
        </p:nvSpPr>
        <p:spPr>
          <a:xfrm flipH="1">
            <a:off x="181341" y="8300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63"/>
          <p:cNvSpPr txBox="1"/>
          <p:nvPr>
            <p:ph type="title"/>
          </p:nvPr>
        </p:nvSpPr>
        <p:spPr>
          <a:xfrm>
            <a:off x="2141950" y="1922950"/>
            <a:ext cx="4860000" cy="8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23" name="Google Shape;1023;p63"/>
          <p:cNvSpPr txBox="1"/>
          <p:nvPr>
            <p:ph idx="1" type="subTitle"/>
          </p:nvPr>
        </p:nvSpPr>
        <p:spPr>
          <a:xfrm>
            <a:off x="2142050" y="2757125"/>
            <a:ext cx="4860000" cy="49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24" name="Google Shape;1024;p63"/>
          <p:cNvSpPr/>
          <p:nvPr/>
        </p:nvSpPr>
        <p:spPr>
          <a:xfrm flipH="1" rot="10800000">
            <a:off x="5365175" y="3285293"/>
            <a:ext cx="4058317" cy="1729782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63"/>
          <p:cNvSpPr/>
          <p:nvPr/>
        </p:nvSpPr>
        <p:spPr>
          <a:xfrm flipH="1" rot="10800000">
            <a:off x="4874550" y="4429982"/>
            <a:ext cx="4130269" cy="1085168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63"/>
          <p:cNvSpPr/>
          <p:nvPr/>
        </p:nvSpPr>
        <p:spPr>
          <a:xfrm flipH="1">
            <a:off x="5365175" y="46636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63"/>
          <p:cNvSpPr/>
          <p:nvPr/>
        </p:nvSpPr>
        <p:spPr>
          <a:xfrm flipH="1">
            <a:off x="7188788" y="438261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63"/>
          <p:cNvSpPr/>
          <p:nvPr/>
        </p:nvSpPr>
        <p:spPr>
          <a:xfrm flipH="1">
            <a:off x="6621274" y="3703451"/>
            <a:ext cx="2874201" cy="1521816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63"/>
          <p:cNvSpPr/>
          <p:nvPr/>
        </p:nvSpPr>
        <p:spPr>
          <a:xfrm flipH="1">
            <a:off x="7832875" y="401702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63"/>
          <p:cNvSpPr/>
          <p:nvPr/>
        </p:nvSpPr>
        <p:spPr>
          <a:xfrm flipH="1">
            <a:off x="8890913" y="3007538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63"/>
          <p:cNvSpPr/>
          <p:nvPr/>
        </p:nvSpPr>
        <p:spPr>
          <a:xfrm flipH="1">
            <a:off x="-260192" y="166613"/>
            <a:ext cx="4058317" cy="1729782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63"/>
          <p:cNvSpPr/>
          <p:nvPr/>
        </p:nvSpPr>
        <p:spPr>
          <a:xfrm flipH="1">
            <a:off x="158481" y="-333462"/>
            <a:ext cx="4130269" cy="1085168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63"/>
          <p:cNvSpPr/>
          <p:nvPr/>
        </p:nvSpPr>
        <p:spPr>
          <a:xfrm flipH="1" rot="10800000">
            <a:off x="3699725" y="41931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63"/>
          <p:cNvSpPr/>
          <p:nvPr/>
        </p:nvSpPr>
        <p:spPr>
          <a:xfrm flipH="1" rot="10800000">
            <a:off x="1811013" y="635575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63"/>
          <p:cNvSpPr/>
          <p:nvPr/>
        </p:nvSpPr>
        <p:spPr>
          <a:xfrm flipH="1" rot="10800000">
            <a:off x="-332175" y="-43579"/>
            <a:ext cx="2874201" cy="1521816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63"/>
          <p:cNvSpPr/>
          <p:nvPr/>
        </p:nvSpPr>
        <p:spPr>
          <a:xfrm flipH="1" rot="10800000">
            <a:off x="1232025" y="106596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63"/>
          <p:cNvSpPr/>
          <p:nvPr/>
        </p:nvSpPr>
        <p:spPr>
          <a:xfrm flipH="1" rot="10800000">
            <a:off x="108888" y="20106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64"/>
          <p:cNvSpPr txBox="1"/>
          <p:nvPr>
            <p:ph idx="1" type="body"/>
          </p:nvPr>
        </p:nvSpPr>
        <p:spPr>
          <a:xfrm>
            <a:off x="540000" y="540000"/>
            <a:ext cx="3590400" cy="90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3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</a:lstStyle>
          <a:p/>
        </p:txBody>
      </p:sp>
      <p:sp>
        <p:nvSpPr>
          <p:cNvPr id="1040" name="Google Shape;1040;p64"/>
          <p:cNvSpPr/>
          <p:nvPr/>
        </p:nvSpPr>
        <p:spPr>
          <a:xfrm flipH="1">
            <a:off x="3426309" y="3056502"/>
            <a:ext cx="5986869" cy="212719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64"/>
          <p:cNvSpPr/>
          <p:nvPr/>
        </p:nvSpPr>
        <p:spPr>
          <a:xfrm flipH="1" rot="10800000">
            <a:off x="5737690" y="3381530"/>
            <a:ext cx="3675485" cy="1893812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64"/>
          <p:cNvSpPr/>
          <p:nvPr/>
        </p:nvSpPr>
        <p:spPr>
          <a:xfrm rot="315040">
            <a:off x="7305814" y="4459737"/>
            <a:ext cx="2114446" cy="997085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64"/>
          <p:cNvSpPr/>
          <p:nvPr/>
        </p:nvSpPr>
        <p:spPr>
          <a:xfrm flipH="1">
            <a:off x="5699552" y="478436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64"/>
          <p:cNvSpPr/>
          <p:nvPr/>
        </p:nvSpPr>
        <p:spPr>
          <a:xfrm flipH="1">
            <a:off x="8043764" y="39431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64"/>
          <p:cNvSpPr/>
          <p:nvPr/>
        </p:nvSpPr>
        <p:spPr>
          <a:xfrm flipH="1">
            <a:off x="8476477" y="342716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64"/>
          <p:cNvSpPr/>
          <p:nvPr/>
        </p:nvSpPr>
        <p:spPr>
          <a:xfrm flipH="1">
            <a:off x="7442277" y="3557038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65"/>
          <p:cNvSpPr txBox="1"/>
          <p:nvPr>
            <p:ph hasCustomPrompt="1" type="title"/>
          </p:nvPr>
        </p:nvSpPr>
        <p:spPr>
          <a:xfrm>
            <a:off x="1217350" y="1604400"/>
            <a:ext cx="6709200" cy="14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49" name="Google Shape;1049;p65"/>
          <p:cNvSpPr txBox="1"/>
          <p:nvPr>
            <p:ph idx="1" type="body"/>
          </p:nvPr>
        </p:nvSpPr>
        <p:spPr>
          <a:xfrm>
            <a:off x="1668825" y="3087600"/>
            <a:ext cx="5806200" cy="4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50" name="Google Shape;1050;p65"/>
          <p:cNvSpPr/>
          <p:nvPr/>
        </p:nvSpPr>
        <p:spPr>
          <a:xfrm flipH="1" rot="10800000">
            <a:off x="2527149" y="4367365"/>
            <a:ext cx="6890071" cy="880003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65"/>
          <p:cNvSpPr/>
          <p:nvPr/>
        </p:nvSpPr>
        <p:spPr>
          <a:xfrm>
            <a:off x="6198946" y="4555768"/>
            <a:ext cx="3086654" cy="972101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65"/>
          <p:cNvSpPr/>
          <p:nvPr/>
        </p:nvSpPr>
        <p:spPr>
          <a:xfrm flipH="1" rot="-7520738">
            <a:off x="7812289" y="3760467"/>
            <a:ext cx="1404819" cy="2093810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65"/>
          <p:cNvSpPr/>
          <p:nvPr/>
        </p:nvSpPr>
        <p:spPr>
          <a:xfrm flipH="1">
            <a:off x="5018091" y="4725625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65"/>
          <p:cNvSpPr/>
          <p:nvPr/>
        </p:nvSpPr>
        <p:spPr>
          <a:xfrm flipH="1">
            <a:off x="7887341" y="4554150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65"/>
          <p:cNvSpPr/>
          <p:nvPr/>
        </p:nvSpPr>
        <p:spPr>
          <a:xfrm flipH="1">
            <a:off x="8652966" y="3628775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65"/>
          <p:cNvSpPr/>
          <p:nvPr/>
        </p:nvSpPr>
        <p:spPr>
          <a:xfrm flipH="1">
            <a:off x="7477516" y="4367375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65"/>
          <p:cNvSpPr/>
          <p:nvPr/>
        </p:nvSpPr>
        <p:spPr>
          <a:xfrm flipH="1">
            <a:off x="-426404" y="-84700"/>
            <a:ext cx="6890071" cy="880003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65"/>
          <p:cNvSpPr/>
          <p:nvPr/>
        </p:nvSpPr>
        <p:spPr>
          <a:xfrm rot="10800000">
            <a:off x="-294784" y="-365201"/>
            <a:ext cx="3086654" cy="972101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65"/>
          <p:cNvSpPr/>
          <p:nvPr/>
        </p:nvSpPr>
        <p:spPr>
          <a:xfrm flipH="1" rot="3279262">
            <a:off x="-226292" y="-691608"/>
            <a:ext cx="1404819" cy="2093810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65"/>
          <p:cNvSpPr/>
          <p:nvPr/>
        </p:nvSpPr>
        <p:spPr>
          <a:xfrm flipH="1">
            <a:off x="885666" y="606900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65"/>
          <p:cNvSpPr/>
          <p:nvPr/>
        </p:nvSpPr>
        <p:spPr>
          <a:xfrm flipH="1">
            <a:off x="2476066" y="6665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65"/>
          <p:cNvSpPr/>
          <p:nvPr/>
        </p:nvSpPr>
        <p:spPr>
          <a:xfrm flipH="1">
            <a:off x="82941" y="1435200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tents">
  <p:cSld name="CUSTOM"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67"/>
          <p:cNvSpPr txBox="1"/>
          <p:nvPr>
            <p:ph type="title"/>
          </p:nvPr>
        </p:nvSpPr>
        <p:spPr>
          <a:xfrm>
            <a:off x="2727000" y="363275"/>
            <a:ext cx="369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066" name="Google Shape;1066;p67"/>
          <p:cNvSpPr txBox="1"/>
          <p:nvPr>
            <p:ph idx="1" type="subTitle"/>
          </p:nvPr>
        </p:nvSpPr>
        <p:spPr>
          <a:xfrm>
            <a:off x="4379650" y="1868975"/>
            <a:ext cx="3830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067" name="Google Shape;1067;p67"/>
          <p:cNvSpPr txBox="1"/>
          <p:nvPr>
            <p:ph idx="2" type="subTitle"/>
          </p:nvPr>
        </p:nvSpPr>
        <p:spPr>
          <a:xfrm>
            <a:off x="5051588" y="2188088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68" name="Google Shape;1068;p67"/>
          <p:cNvSpPr txBox="1"/>
          <p:nvPr>
            <p:ph idx="3" type="subTitle"/>
          </p:nvPr>
        </p:nvSpPr>
        <p:spPr>
          <a:xfrm>
            <a:off x="934238" y="1868975"/>
            <a:ext cx="36900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069" name="Google Shape;1069;p67"/>
          <p:cNvSpPr txBox="1"/>
          <p:nvPr>
            <p:ph idx="4" type="subTitle"/>
          </p:nvPr>
        </p:nvSpPr>
        <p:spPr>
          <a:xfrm>
            <a:off x="1536188" y="2188088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70" name="Google Shape;1070;p67"/>
          <p:cNvSpPr txBox="1"/>
          <p:nvPr>
            <p:ph idx="5" type="subTitle"/>
          </p:nvPr>
        </p:nvSpPr>
        <p:spPr>
          <a:xfrm>
            <a:off x="4379600" y="3770850"/>
            <a:ext cx="3830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071" name="Google Shape;1071;p67"/>
          <p:cNvSpPr txBox="1"/>
          <p:nvPr>
            <p:ph idx="6" type="subTitle"/>
          </p:nvPr>
        </p:nvSpPr>
        <p:spPr>
          <a:xfrm>
            <a:off x="5051588" y="4089975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72" name="Google Shape;1072;p67"/>
          <p:cNvSpPr txBox="1"/>
          <p:nvPr>
            <p:ph idx="7" type="subTitle"/>
          </p:nvPr>
        </p:nvSpPr>
        <p:spPr>
          <a:xfrm>
            <a:off x="934238" y="3770850"/>
            <a:ext cx="36900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073" name="Google Shape;1073;p67"/>
          <p:cNvSpPr txBox="1"/>
          <p:nvPr>
            <p:ph idx="8" type="subTitle"/>
          </p:nvPr>
        </p:nvSpPr>
        <p:spPr>
          <a:xfrm>
            <a:off x="1536188" y="4089975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74" name="Google Shape;1074;p67"/>
          <p:cNvSpPr txBox="1"/>
          <p:nvPr>
            <p:ph hasCustomPrompt="1" idx="9" type="title"/>
          </p:nvPr>
        </p:nvSpPr>
        <p:spPr>
          <a:xfrm>
            <a:off x="2259638" y="1171113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75" name="Google Shape;1075;p67"/>
          <p:cNvSpPr txBox="1"/>
          <p:nvPr>
            <p:ph hasCustomPrompt="1" idx="13" type="title"/>
          </p:nvPr>
        </p:nvSpPr>
        <p:spPr>
          <a:xfrm>
            <a:off x="5775063" y="1171113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76" name="Google Shape;1076;p67"/>
          <p:cNvSpPr txBox="1"/>
          <p:nvPr>
            <p:ph hasCustomPrompt="1" idx="14" type="title"/>
          </p:nvPr>
        </p:nvSpPr>
        <p:spPr>
          <a:xfrm>
            <a:off x="2259638" y="3071125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77" name="Google Shape;1077;p67"/>
          <p:cNvSpPr txBox="1"/>
          <p:nvPr>
            <p:ph hasCustomPrompt="1" idx="15" type="title"/>
          </p:nvPr>
        </p:nvSpPr>
        <p:spPr>
          <a:xfrm>
            <a:off x="5775063" y="3071125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78" name="Google Shape;1078;p67"/>
          <p:cNvSpPr/>
          <p:nvPr/>
        </p:nvSpPr>
        <p:spPr>
          <a:xfrm rot="-5267561">
            <a:off x="-2166865" y="2462282"/>
            <a:ext cx="4818716" cy="780968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67"/>
          <p:cNvSpPr/>
          <p:nvPr/>
        </p:nvSpPr>
        <p:spPr>
          <a:xfrm rot="-5400000">
            <a:off x="-954332" y="1253578"/>
            <a:ext cx="2393629" cy="966464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67"/>
          <p:cNvSpPr/>
          <p:nvPr/>
        </p:nvSpPr>
        <p:spPr>
          <a:xfrm rot="5400000">
            <a:off x="-672825" y="419298"/>
            <a:ext cx="2096898" cy="98915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67"/>
          <p:cNvSpPr/>
          <p:nvPr/>
        </p:nvSpPr>
        <p:spPr>
          <a:xfrm rot="5400000">
            <a:off x="121363" y="313296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67"/>
          <p:cNvSpPr/>
          <p:nvPr/>
        </p:nvSpPr>
        <p:spPr>
          <a:xfrm rot="5400000">
            <a:off x="993813" y="264713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67"/>
          <p:cNvSpPr/>
          <p:nvPr/>
        </p:nvSpPr>
        <p:spPr>
          <a:xfrm rot="5400000">
            <a:off x="540138" y="1290438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67"/>
          <p:cNvSpPr/>
          <p:nvPr/>
        </p:nvSpPr>
        <p:spPr>
          <a:xfrm rot="5400000">
            <a:off x="441438" y="270051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67"/>
          <p:cNvSpPr/>
          <p:nvPr/>
        </p:nvSpPr>
        <p:spPr>
          <a:xfrm rot="5532439">
            <a:off x="6598811" y="1897536"/>
            <a:ext cx="4818716" cy="780968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67"/>
          <p:cNvSpPr/>
          <p:nvPr/>
        </p:nvSpPr>
        <p:spPr>
          <a:xfrm rot="5400000">
            <a:off x="7811366" y="2920743"/>
            <a:ext cx="2393629" cy="966464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67"/>
          <p:cNvSpPr/>
          <p:nvPr/>
        </p:nvSpPr>
        <p:spPr>
          <a:xfrm rot="-5400000">
            <a:off x="7826590" y="3732336"/>
            <a:ext cx="2096898" cy="98915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67"/>
          <p:cNvSpPr/>
          <p:nvPr/>
        </p:nvSpPr>
        <p:spPr>
          <a:xfrm rot="-5400000">
            <a:off x="8965800" y="1844324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67"/>
          <p:cNvSpPr/>
          <p:nvPr/>
        </p:nvSpPr>
        <p:spPr>
          <a:xfrm rot="-5400000">
            <a:off x="8612125" y="375164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67"/>
          <p:cNvSpPr/>
          <p:nvPr/>
        </p:nvSpPr>
        <p:spPr>
          <a:xfrm rot="-5400000">
            <a:off x="8710825" y="234157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67"/>
          <p:cNvSpPr/>
          <p:nvPr/>
        </p:nvSpPr>
        <p:spPr>
          <a:xfrm rot="-5400000">
            <a:off x="8158450" y="4777374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68"/>
          <p:cNvSpPr txBox="1"/>
          <p:nvPr>
            <p:ph type="title"/>
          </p:nvPr>
        </p:nvSpPr>
        <p:spPr>
          <a:xfrm>
            <a:off x="3373350" y="2938325"/>
            <a:ext cx="4044000" cy="49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100"/>
              <a:buNone/>
              <a:defRPr sz="3000"/>
            </a:lvl1pPr>
            <a:lvl2pPr lvl="1" rtl="0">
              <a:spcBef>
                <a:spcPts val="160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94" name="Google Shape;1094;p68"/>
          <p:cNvSpPr txBox="1"/>
          <p:nvPr>
            <p:ph idx="1" type="subTitle"/>
          </p:nvPr>
        </p:nvSpPr>
        <p:spPr>
          <a:xfrm>
            <a:off x="1726650" y="1707450"/>
            <a:ext cx="5690700" cy="9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20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95" name="Google Shape;1095;p68"/>
          <p:cNvSpPr/>
          <p:nvPr/>
        </p:nvSpPr>
        <p:spPr>
          <a:xfrm>
            <a:off x="2301825" y="-81050"/>
            <a:ext cx="5472801" cy="1242133"/>
          </a:xfrm>
          <a:custGeom>
            <a:rect b="b" l="l" r="r" t="t"/>
            <a:pathLst>
              <a:path extrusionOk="0" h="48554" w="113987">
                <a:moveTo>
                  <a:pt x="1" y="1"/>
                </a:moveTo>
                <a:cubicBezTo>
                  <a:pt x="1664" y="4622"/>
                  <a:pt x="7395" y="8627"/>
                  <a:pt x="14480" y="9243"/>
                </a:cubicBezTo>
                <a:cubicBezTo>
                  <a:pt x="15269" y="9310"/>
                  <a:pt x="16057" y="9341"/>
                  <a:pt x="16844" y="9341"/>
                </a:cubicBezTo>
                <a:cubicBezTo>
                  <a:pt x="26954" y="9341"/>
                  <a:pt x="36902" y="4191"/>
                  <a:pt x="46543" y="4191"/>
                </a:cubicBezTo>
                <a:cubicBezTo>
                  <a:pt x="48520" y="4191"/>
                  <a:pt x="50484" y="4408"/>
                  <a:pt x="52434" y="4930"/>
                </a:cubicBezTo>
                <a:cubicBezTo>
                  <a:pt x="59335" y="6717"/>
                  <a:pt x="63032" y="11831"/>
                  <a:pt x="63833" y="16760"/>
                </a:cubicBezTo>
                <a:cubicBezTo>
                  <a:pt x="64634" y="21750"/>
                  <a:pt x="63155" y="26680"/>
                  <a:pt x="62970" y="31609"/>
                </a:cubicBezTo>
                <a:cubicBezTo>
                  <a:pt x="62847" y="36538"/>
                  <a:pt x="64264" y="41898"/>
                  <a:pt x="69563" y="45349"/>
                </a:cubicBezTo>
                <a:cubicBezTo>
                  <a:pt x="73005" y="47564"/>
                  <a:pt x="77580" y="48553"/>
                  <a:pt x="82312" y="48553"/>
                </a:cubicBezTo>
                <a:cubicBezTo>
                  <a:pt x="88505" y="48553"/>
                  <a:pt x="94967" y="46857"/>
                  <a:pt x="99507" y="43993"/>
                </a:cubicBezTo>
                <a:cubicBezTo>
                  <a:pt x="107579" y="38941"/>
                  <a:pt x="110906" y="31362"/>
                  <a:pt x="112508" y="24030"/>
                </a:cubicBezTo>
                <a:cubicBezTo>
                  <a:pt x="113987" y="17253"/>
                  <a:pt x="112262" y="3821"/>
                  <a:pt x="1038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68"/>
          <p:cNvSpPr/>
          <p:nvPr/>
        </p:nvSpPr>
        <p:spPr>
          <a:xfrm rot="10800000">
            <a:off x="3105740" y="-321877"/>
            <a:ext cx="2419310" cy="861877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68"/>
          <p:cNvSpPr/>
          <p:nvPr/>
        </p:nvSpPr>
        <p:spPr>
          <a:xfrm rot="-5400000">
            <a:off x="5094113" y="-676765"/>
            <a:ext cx="969192" cy="1790903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68"/>
          <p:cNvSpPr/>
          <p:nvPr/>
        </p:nvSpPr>
        <p:spPr>
          <a:xfrm rot="5400000">
            <a:off x="6553938" y="4582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68"/>
          <p:cNvSpPr/>
          <p:nvPr/>
        </p:nvSpPr>
        <p:spPr>
          <a:xfrm rot="5400000">
            <a:off x="4522788" y="64931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68"/>
          <p:cNvSpPr/>
          <p:nvPr/>
        </p:nvSpPr>
        <p:spPr>
          <a:xfrm rot="5400000">
            <a:off x="8054788" y="93838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68"/>
          <p:cNvSpPr/>
          <p:nvPr/>
        </p:nvSpPr>
        <p:spPr>
          <a:xfrm rot="5400000">
            <a:off x="2853363" y="301738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68"/>
          <p:cNvSpPr/>
          <p:nvPr/>
        </p:nvSpPr>
        <p:spPr>
          <a:xfrm rot="5400000">
            <a:off x="2401288" y="539838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68"/>
          <p:cNvSpPr/>
          <p:nvPr/>
        </p:nvSpPr>
        <p:spPr>
          <a:xfrm rot="10800000">
            <a:off x="1820973" y="3982367"/>
            <a:ext cx="5577954" cy="1242133"/>
          </a:xfrm>
          <a:custGeom>
            <a:rect b="b" l="l" r="r" t="t"/>
            <a:pathLst>
              <a:path extrusionOk="0" h="48554" w="113987">
                <a:moveTo>
                  <a:pt x="1" y="1"/>
                </a:moveTo>
                <a:cubicBezTo>
                  <a:pt x="1664" y="4622"/>
                  <a:pt x="7395" y="8627"/>
                  <a:pt x="14480" y="9243"/>
                </a:cubicBezTo>
                <a:cubicBezTo>
                  <a:pt x="15269" y="9310"/>
                  <a:pt x="16057" y="9341"/>
                  <a:pt x="16844" y="9341"/>
                </a:cubicBezTo>
                <a:cubicBezTo>
                  <a:pt x="26954" y="9341"/>
                  <a:pt x="36902" y="4191"/>
                  <a:pt x="46543" y="4191"/>
                </a:cubicBezTo>
                <a:cubicBezTo>
                  <a:pt x="48520" y="4191"/>
                  <a:pt x="50484" y="4408"/>
                  <a:pt x="52434" y="4930"/>
                </a:cubicBezTo>
                <a:cubicBezTo>
                  <a:pt x="59335" y="6717"/>
                  <a:pt x="63032" y="11831"/>
                  <a:pt x="63833" y="16760"/>
                </a:cubicBezTo>
                <a:cubicBezTo>
                  <a:pt x="64634" y="21750"/>
                  <a:pt x="63155" y="26680"/>
                  <a:pt x="62970" y="31609"/>
                </a:cubicBezTo>
                <a:cubicBezTo>
                  <a:pt x="62847" y="36538"/>
                  <a:pt x="64264" y="41898"/>
                  <a:pt x="69563" y="45349"/>
                </a:cubicBezTo>
                <a:cubicBezTo>
                  <a:pt x="73005" y="47564"/>
                  <a:pt x="77580" y="48553"/>
                  <a:pt x="82312" y="48553"/>
                </a:cubicBezTo>
                <a:cubicBezTo>
                  <a:pt x="88505" y="48553"/>
                  <a:pt x="94967" y="46857"/>
                  <a:pt x="99507" y="43993"/>
                </a:cubicBezTo>
                <a:cubicBezTo>
                  <a:pt x="107579" y="38941"/>
                  <a:pt x="110906" y="31362"/>
                  <a:pt x="112508" y="24030"/>
                </a:cubicBezTo>
                <a:cubicBezTo>
                  <a:pt x="113987" y="17253"/>
                  <a:pt x="112262" y="3821"/>
                  <a:pt x="1038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68"/>
          <p:cNvSpPr/>
          <p:nvPr/>
        </p:nvSpPr>
        <p:spPr>
          <a:xfrm>
            <a:off x="4175688" y="4603443"/>
            <a:ext cx="2419310" cy="861877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68"/>
          <p:cNvSpPr/>
          <p:nvPr/>
        </p:nvSpPr>
        <p:spPr>
          <a:xfrm rot="5400000">
            <a:off x="3798057" y="3940705"/>
            <a:ext cx="969192" cy="1790903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68"/>
          <p:cNvSpPr/>
          <p:nvPr/>
        </p:nvSpPr>
        <p:spPr>
          <a:xfrm rot="-5400000">
            <a:off x="2853375" y="436303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68"/>
          <p:cNvSpPr/>
          <p:nvPr/>
        </p:nvSpPr>
        <p:spPr>
          <a:xfrm rot="-5400000">
            <a:off x="5079550" y="4395431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68"/>
          <p:cNvSpPr/>
          <p:nvPr/>
        </p:nvSpPr>
        <p:spPr>
          <a:xfrm rot="-5400000">
            <a:off x="1555000" y="4841556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68"/>
          <p:cNvSpPr/>
          <p:nvPr/>
        </p:nvSpPr>
        <p:spPr>
          <a:xfrm rot="-5400000">
            <a:off x="6683875" y="4678206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68"/>
          <p:cNvSpPr/>
          <p:nvPr/>
        </p:nvSpPr>
        <p:spPr>
          <a:xfrm rot="-5400000">
            <a:off x="7201050" y="4504906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3"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69"/>
          <p:cNvSpPr txBox="1"/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113" name="Google Shape;1113;p69"/>
          <p:cNvSpPr txBox="1"/>
          <p:nvPr>
            <p:ph hasCustomPrompt="1" idx="2" type="title"/>
          </p:nvPr>
        </p:nvSpPr>
        <p:spPr>
          <a:xfrm>
            <a:off x="884798" y="1499138"/>
            <a:ext cx="32004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14" name="Google Shape;1114;p69"/>
          <p:cNvSpPr txBox="1"/>
          <p:nvPr>
            <p:ph idx="1" type="subTitle"/>
          </p:nvPr>
        </p:nvSpPr>
        <p:spPr>
          <a:xfrm>
            <a:off x="1099425" y="2130913"/>
            <a:ext cx="27711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15" name="Google Shape;1115;p69"/>
          <p:cNvSpPr txBox="1"/>
          <p:nvPr>
            <p:ph hasCustomPrompt="1" idx="3" type="title"/>
          </p:nvPr>
        </p:nvSpPr>
        <p:spPr>
          <a:xfrm>
            <a:off x="5058798" y="1499138"/>
            <a:ext cx="32004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16" name="Google Shape;1116;p69"/>
          <p:cNvSpPr txBox="1"/>
          <p:nvPr>
            <p:ph idx="4" type="subTitle"/>
          </p:nvPr>
        </p:nvSpPr>
        <p:spPr>
          <a:xfrm>
            <a:off x="5273425" y="2130925"/>
            <a:ext cx="27711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17" name="Google Shape;1117;p69"/>
          <p:cNvSpPr txBox="1"/>
          <p:nvPr>
            <p:ph hasCustomPrompt="1" idx="5" type="title"/>
          </p:nvPr>
        </p:nvSpPr>
        <p:spPr>
          <a:xfrm>
            <a:off x="2971798" y="3109475"/>
            <a:ext cx="32004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18" name="Google Shape;1118;p69"/>
          <p:cNvSpPr txBox="1"/>
          <p:nvPr>
            <p:ph idx="6" type="subTitle"/>
          </p:nvPr>
        </p:nvSpPr>
        <p:spPr>
          <a:xfrm>
            <a:off x="3186425" y="3740725"/>
            <a:ext cx="277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19" name="Google Shape;1119;p69"/>
          <p:cNvSpPr/>
          <p:nvPr/>
        </p:nvSpPr>
        <p:spPr>
          <a:xfrm flipH="1" rot="10800000">
            <a:off x="6626826" y="3797502"/>
            <a:ext cx="2810674" cy="1198053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69"/>
          <p:cNvSpPr/>
          <p:nvPr/>
        </p:nvSpPr>
        <p:spPr>
          <a:xfrm flipH="1" rot="10800000">
            <a:off x="6287025" y="4590289"/>
            <a:ext cx="2860647" cy="751611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69"/>
          <p:cNvSpPr/>
          <p:nvPr/>
        </p:nvSpPr>
        <p:spPr>
          <a:xfrm flipH="1">
            <a:off x="6239900" y="47422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69"/>
          <p:cNvSpPr/>
          <p:nvPr/>
        </p:nvSpPr>
        <p:spPr>
          <a:xfrm flipH="1">
            <a:off x="7868588" y="4484088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69"/>
          <p:cNvSpPr/>
          <p:nvPr/>
        </p:nvSpPr>
        <p:spPr>
          <a:xfrm flipH="1">
            <a:off x="7496815" y="4087142"/>
            <a:ext cx="1990610" cy="1054010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69"/>
          <p:cNvSpPr/>
          <p:nvPr/>
        </p:nvSpPr>
        <p:spPr>
          <a:xfrm flipH="1">
            <a:off x="8130075" y="4087150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69"/>
          <p:cNvSpPr/>
          <p:nvPr/>
        </p:nvSpPr>
        <p:spPr>
          <a:xfrm flipH="1">
            <a:off x="8852338" y="3444788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69"/>
          <p:cNvSpPr/>
          <p:nvPr/>
        </p:nvSpPr>
        <p:spPr>
          <a:xfrm flipH="1">
            <a:off x="-249101" y="82083"/>
            <a:ext cx="2810674" cy="1198053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69"/>
          <p:cNvSpPr/>
          <p:nvPr/>
        </p:nvSpPr>
        <p:spPr>
          <a:xfrm flipH="1">
            <a:off x="40728" y="-264262"/>
            <a:ext cx="2860647" cy="751611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69"/>
          <p:cNvSpPr/>
          <p:nvPr/>
        </p:nvSpPr>
        <p:spPr>
          <a:xfrm flipH="1" rot="10800000">
            <a:off x="1156313" y="4300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69"/>
          <p:cNvSpPr/>
          <p:nvPr/>
        </p:nvSpPr>
        <p:spPr>
          <a:xfrm flipH="1" rot="10800000">
            <a:off x="-299025" y="-63514"/>
            <a:ext cx="1990610" cy="1054010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69"/>
          <p:cNvSpPr/>
          <p:nvPr/>
        </p:nvSpPr>
        <p:spPr>
          <a:xfrm flipH="1" rot="10800000">
            <a:off x="959925" y="891788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69"/>
          <p:cNvSpPr/>
          <p:nvPr/>
        </p:nvSpPr>
        <p:spPr>
          <a:xfrm flipH="1">
            <a:off x="2802975" y="2321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69"/>
          <p:cNvSpPr/>
          <p:nvPr/>
        </p:nvSpPr>
        <p:spPr>
          <a:xfrm flipH="1" rot="10800000">
            <a:off x="172563" y="14693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2"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70"/>
          <p:cNvSpPr txBox="1"/>
          <p:nvPr>
            <p:ph type="title"/>
          </p:nvPr>
        </p:nvSpPr>
        <p:spPr>
          <a:xfrm>
            <a:off x="2129125" y="363275"/>
            <a:ext cx="488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135" name="Google Shape;1135;p70"/>
          <p:cNvSpPr/>
          <p:nvPr/>
        </p:nvSpPr>
        <p:spPr>
          <a:xfrm flipH="1">
            <a:off x="-141518" y="-118290"/>
            <a:ext cx="3204343" cy="1651139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70"/>
          <p:cNvSpPr/>
          <p:nvPr/>
        </p:nvSpPr>
        <p:spPr>
          <a:xfrm flipH="1" rot="10800000">
            <a:off x="-241297" y="-72669"/>
            <a:ext cx="2420522" cy="1034218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70"/>
          <p:cNvSpPr/>
          <p:nvPr/>
        </p:nvSpPr>
        <p:spPr>
          <a:xfrm rot="-10484947">
            <a:off x="-697915" y="-411807"/>
            <a:ext cx="1843431" cy="869285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70"/>
          <p:cNvSpPr/>
          <p:nvPr/>
        </p:nvSpPr>
        <p:spPr>
          <a:xfrm flipH="1" rot="10800000">
            <a:off x="1759263" y="45824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70"/>
          <p:cNvSpPr/>
          <p:nvPr/>
        </p:nvSpPr>
        <p:spPr>
          <a:xfrm flipH="1" rot="10800000">
            <a:off x="869351" y="69715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70"/>
          <p:cNvSpPr/>
          <p:nvPr/>
        </p:nvSpPr>
        <p:spPr>
          <a:xfrm flipH="1" rot="10800000">
            <a:off x="91151" y="126233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4"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71"/>
          <p:cNvSpPr txBox="1"/>
          <p:nvPr>
            <p:ph type="title"/>
          </p:nvPr>
        </p:nvSpPr>
        <p:spPr>
          <a:xfrm>
            <a:off x="2846475" y="363275"/>
            <a:ext cx="345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143" name="Google Shape;1143;p71"/>
          <p:cNvSpPr txBox="1"/>
          <p:nvPr>
            <p:ph idx="1" type="subTitle"/>
          </p:nvPr>
        </p:nvSpPr>
        <p:spPr>
          <a:xfrm>
            <a:off x="788350" y="1645450"/>
            <a:ext cx="27045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144" name="Google Shape;1144;p71"/>
          <p:cNvSpPr txBox="1"/>
          <p:nvPr>
            <p:ph idx="2" type="subTitle"/>
          </p:nvPr>
        </p:nvSpPr>
        <p:spPr>
          <a:xfrm>
            <a:off x="538175" y="2255400"/>
            <a:ext cx="3834000" cy="19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200"/>
            </a:lvl1pPr>
            <a:lvl2pPr lvl="1" rtl="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5" name="Google Shape;1145;p71"/>
          <p:cNvSpPr txBox="1"/>
          <p:nvPr>
            <p:ph idx="3" type="subTitle"/>
          </p:nvPr>
        </p:nvSpPr>
        <p:spPr>
          <a:xfrm>
            <a:off x="5158975" y="1645450"/>
            <a:ext cx="27045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146" name="Google Shape;1146;p71"/>
          <p:cNvSpPr txBox="1"/>
          <p:nvPr>
            <p:ph idx="4" type="subTitle"/>
          </p:nvPr>
        </p:nvSpPr>
        <p:spPr>
          <a:xfrm>
            <a:off x="4771825" y="2255400"/>
            <a:ext cx="3834000" cy="19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200"/>
            </a:lvl1pPr>
            <a:lvl2pPr lvl="1" rtl="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7" name="Google Shape;1147;p71"/>
          <p:cNvSpPr/>
          <p:nvPr/>
        </p:nvSpPr>
        <p:spPr>
          <a:xfrm flipH="1" rot="-10350985">
            <a:off x="6450155" y="-124771"/>
            <a:ext cx="3444934" cy="1167477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71"/>
          <p:cNvSpPr/>
          <p:nvPr/>
        </p:nvSpPr>
        <p:spPr>
          <a:xfrm flipH="1">
            <a:off x="8345826" y="984624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71"/>
          <p:cNvSpPr/>
          <p:nvPr/>
        </p:nvSpPr>
        <p:spPr>
          <a:xfrm flipH="1">
            <a:off x="8977776" y="1325449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71"/>
          <p:cNvSpPr/>
          <p:nvPr/>
        </p:nvSpPr>
        <p:spPr>
          <a:xfrm flipH="1">
            <a:off x="6236651" y="18837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71"/>
          <p:cNvSpPr/>
          <p:nvPr/>
        </p:nvSpPr>
        <p:spPr>
          <a:xfrm flipH="1">
            <a:off x="7070376" y="539299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71"/>
          <p:cNvSpPr/>
          <p:nvPr/>
        </p:nvSpPr>
        <p:spPr>
          <a:xfrm>
            <a:off x="7168769" y="-99365"/>
            <a:ext cx="2517610" cy="1041571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71"/>
          <p:cNvSpPr/>
          <p:nvPr/>
        </p:nvSpPr>
        <p:spPr>
          <a:xfrm flipH="1" rot="10800000">
            <a:off x="7678176" y="-210266"/>
            <a:ext cx="2057229" cy="778974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71"/>
          <p:cNvSpPr/>
          <p:nvPr/>
        </p:nvSpPr>
        <p:spPr>
          <a:xfrm rot="10350985">
            <a:off x="-562292" y="-173408"/>
            <a:ext cx="3444934" cy="1167477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71"/>
          <p:cNvSpPr/>
          <p:nvPr/>
        </p:nvSpPr>
        <p:spPr>
          <a:xfrm>
            <a:off x="823471" y="935986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71"/>
          <p:cNvSpPr/>
          <p:nvPr/>
        </p:nvSpPr>
        <p:spPr>
          <a:xfrm>
            <a:off x="256621" y="1276811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71"/>
          <p:cNvSpPr/>
          <p:nvPr/>
        </p:nvSpPr>
        <p:spPr>
          <a:xfrm>
            <a:off x="2997746" y="139736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71"/>
          <p:cNvSpPr/>
          <p:nvPr/>
        </p:nvSpPr>
        <p:spPr>
          <a:xfrm>
            <a:off x="2164021" y="490661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71"/>
          <p:cNvSpPr/>
          <p:nvPr/>
        </p:nvSpPr>
        <p:spPr>
          <a:xfrm flipH="1">
            <a:off x="-353582" y="-148002"/>
            <a:ext cx="2517610" cy="1041571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71"/>
          <p:cNvSpPr/>
          <p:nvPr/>
        </p:nvSpPr>
        <p:spPr>
          <a:xfrm rot="10800000">
            <a:off x="-402608" y="-258904"/>
            <a:ext cx="2057229" cy="778974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CUSTOM_5"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72"/>
          <p:cNvSpPr txBox="1"/>
          <p:nvPr>
            <p:ph type="title"/>
          </p:nvPr>
        </p:nvSpPr>
        <p:spPr>
          <a:xfrm>
            <a:off x="2141950" y="1922950"/>
            <a:ext cx="4860000" cy="8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63" name="Google Shape;1163;p72"/>
          <p:cNvSpPr txBox="1"/>
          <p:nvPr>
            <p:ph idx="1" type="subTitle"/>
          </p:nvPr>
        </p:nvSpPr>
        <p:spPr>
          <a:xfrm>
            <a:off x="2142050" y="2757125"/>
            <a:ext cx="4860000" cy="49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64" name="Google Shape;1164;p72"/>
          <p:cNvSpPr/>
          <p:nvPr/>
        </p:nvSpPr>
        <p:spPr>
          <a:xfrm rot="-5400000">
            <a:off x="-1029861" y="815281"/>
            <a:ext cx="4058317" cy="1729782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72"/>
          <p:cNvSpPr/>
          <p:nvPr/>
        </p:nvSpPr>
        <p:spPr>
          <a:xfrm rot="-5400000">
            <a:off x="-1888219" y="1592238"/>
            <a:ext cx="4130269" cy="1085168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72"/>
          <p:cNvSpPr/>
          <p:nvPr/>
        </p:nvSpPr>
        <p:spPr>
          <a:xfrm rot="5400000">
            <a:off x="387256" y="3610781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72"/>
          <p:cNvSpPr/>
          <p:nvPr/>
        </p:nvSpPr>
        <p:spPr>
          <a:xfrm rot="5400000">
            <a:off x="603369" y="1722219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72"/>
          <p:cNvSpPr/>
          <p:nvPr/>
        </p:nvSpPr>
        <p:spPr>
          <a:xfrm rot="5400000">
            <a:off x="-751978" y="255224"/>
            <a:ext cx="2874201" cy="1521816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72"/>
          <p:cNvSpPr/>
          <p:nvPr/>
        </p:nvSpPr>
        <p:spPr>
          <a:xfrm rot="5400000">
            <a:off x="1033906" y="1143081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72"/>
          <p:cNvSpPr/>
          <p:nvPr/>
        </p:nvSpPr>
        <p:spPr>
          <a:xfrm rot="5400000">
            <a:off x="1978444" y="20094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72"/>
          <p:cNvSpPr/>
          <p:nvPr/>
        </p:nvSpPr>
        <p:spPr>
          <a:xfrm rot="5400000">
            <a:off x="6115544" y="2556136"/>
            <a:ext cx="4058317" cy="1729782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72"/>
          <p:cNvSpPr/>
          <p:nvPr/>
        </p:nvSpPr>
        <p:spPr>
          <a:xfrm rot="5400000">
            <a:off x="6901950" y="2423794"/>
            <a:ext cx="4130269" cy="1085168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72"/>
          <p:cNvSpPr/>
          <p:nvPr/>
        </p:nvSpPr>
        <p:spPr>
          <a:xfrm rot="-5400000">
            <a:off x="8658344" y="139171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72"/>
          <p:cNvSpPr/>
          <p:nvPr/>
        </p:nvSpPr>
        <p:spPr>
          <a:xfrm rot="-5400000">
            <a:off x="8377131" y="321548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72"/>
          <p:cNvSpPr/>
          <p:nvPr/>
        </p:nvSpPr>
        <p:spPr>
          <a:xfrm rot="-5400000">
            <a:off x="7021777" y="3324160"/>
            <a:ext cx="2874201" cy="1521816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72"/>
          <p:cNvSpPr/>
          <p:nvPr/>
        </p:nvSpPr>
        <p:spPr>
          <a:xfrm rot="-5400000">
            <a:off x="8011694" y="385941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72"/>
          <p:cNvSpPr/>
          <p:nvPr/>
        </p:nvSpPr>
        <p:spPr>
          <a:xfrm rot="-5400000">
            <a:off x="7002056" y="491760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6"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73"/>
          <p:cNvSpPr txBox="1"/>
          <p:nvPr>
            <p:ph type="title"/>
          </p:nvPr>
        </p:nvSpPr>
        <p:spPr>
          <a:xfrm>
            <a:off x="3145775" y="363275"/>
            <a:ext cx="2852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180" name="Google Shape;1180;p73"/>
          <p:cNvSpPr txBox="1"/>
          <p:nvPr>
            <p:ph idx="1" type="subTitle"/>
          </p:nvPr>
        </p:nvSpPr>
        <p:spPr>
          <a:xfrm>
            <a:off x="3328941" y="1904475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181" name="Google Shape;1181;p73"/>
          <p:cNvSpPr txBox="1"/>
          <p:nvPr>
            <p:ph idx="2" type="subTitle"/>
          </p:nvPr>
        </p:nvSpPr>
        <p:spPr>
          <a:xfrm>
            <a:off x="3610941" y="2223600"/>
            <a:ext cx="1922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82" name="Google Shape;1182;p73"/>
          <p:cNvSpPr txBox="1"/>
          <p:nvPr>
            <p:ph idx="3" type="subTitle"/>
          </p:nvPr>
        </p:nvSpPr>
        <p:spPr>
          <a:xfrm>
            <a:off x="659663" y="1904475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183" name="Google Shape;1183;p73"/>
          <p:cNvSpPr txBox="1"/>
          <p:nvPr>
            <p:ph idx="4" type="subTitle"/>
          </p:nvPr>
        </p:nvSpPr>
        <p:spPr>
          <a:xfrm>
            <a:off x="941663" y="2223600"/>
            <a:ext cx="1922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84" name="Google Shape;1184;p73"/>
          <p:cNvSpPr txBox="1"/>
          <p:nvPr>
            <p:ph idx="5" type="subTitle"/>
          </p:nvPr>
        </p:nvSpPr>
        <p:spPr>
          <a:xfrm>
            <a:off x="3328941" y="381450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185" name="Google Shape;1185;p73"/>
          <p:cNvSpPr txBox="1"/>
          <p:nvPr>
            <p:ph idx="6" type="subTitle"/>
          </p:nvPr>
        </p:nvSpPr>
        <p:spPr>
          <a:xfrm>
            <a:off x="3610941" y="4133628"/>
            <a:ext cx="1922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86" name="Google Shape;1186;p73"/>
          <p:cNvSpPr txBox="1"/>
          <p:nvPr>
            <p:ph idx="7" type="subTitle"/>
          </p:nvPr>
        </p:nvSpPr>
        <p:spPr>
          <a:xfrm>
            <a:off x="659663" y="381450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187" name="Google Shape;1187;p73"/>
          <p:cNvSpPr txBox="1"/>
          <p:nvPr>
            <p:ph idx="8" type="subTitle"/>
          </p:nvPr>
        </p:nvSpPr>
        <p:spPr>
          <a:xfrm>
            <a:off x="941663" y="4133628"/>
            <a:ext cx="1922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88" name="Google Shape;1188;p73"/>
          <p:cNvSpPr txBox="1"/>
          <p:nvPr>
            <p:ph idx="9" type="subTitle"/>
          </p:nvPr>
        </p:nvSpPr>
        <p:spPr>
          <a:xfrm>
            <a:off x="5998216" y="1904475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189" name="Google Shape;1189;p73"/>
          <p:cNvSpPr txBox="1"/>
          <p:nvPr>
            <p:ph idx="13" type="subTitle"/>
          </p:nvPr>
        </p:nvSpPr>
        <p:spPr>
          <a:xfrm>
            <a:off x="6280216" y="2223600"/>
            <a:ext cx="1922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90" name="Google Shape;1190;p73"/>
          <p:cNvSpPr txBox="1"/>
          <p:nvPr>
            <p:ph idx="14" type="subTitle"/>
          </p:nvPr>
        </p:nvSpPr>
        <p:spPr>
          <a:xfrm>
            <a:off x="5998216" y="381450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191" name="Google Shape;1191;p73"/>
          <p:cNvSpPr txBox="1"/>
          <p:nvPr>
            <p:ph idx="15" type="subTitle"/>
          </p:nvPr>
        </p:nvSpPr>
        <p:spPr>
          <a:xfrm>
            <a:off x="6280216" y="4133628"/>
            <a:ext cx="1922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92" name="Google Shape;1192;p73"/>
          <p:cNvSpPr/>
          <p:nvPr/>
        </p:nvSpPr>
        <p:spPr>
          <a:xfrm>
            <a:off x="5587299" y="-209550"/>
            <a:ext cx="6890071" cy="880003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73"/>
          <p:cNvSpPr/>
          <p:nvPr/>
        </p:nvSpPr>
        <p:spPr>
          <a:xfrm flipH="1" rot="10800000">
            <a:off x="6906325" y="-525151"/>
            <a:ext cx="2379314" cy="972101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73"/>
          <p:cNvSpPr/>
          <p:nvPr/>
        </p:nvSpPr>
        <p:spPr>
          <a:xfrm rot="-3279262">
            <a:off x="7901589" y="-973008"/>
            <a:ext cx="1404819" cy="2093810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73"/>
          <p:cNvSpPr/>
          <p:nvPr/>
        </p:nvSpPr>
        <p:spPr>
          <a:xfrm rot="10800000">
            <a:off x="6406991" y="11359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73"/>
          <p:cNvSpPr/>
          <p:nvPr/>
        </p:nvSpPr>
        <p:spPr>
          <a:xfrm rot="10800000">
            <a:off x="8154416" y="349868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73"/>
          <p:cNvSpPr/>
          <p:nvPr/>
        </p:nvSpPr>
        <p:spPr>
          <a:xfrm rot="10800000">
            <a:off x="7681066" y="739068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73"/>
          <p:cNvSpPr/>
          <p:nvPr/>
        </p:nvSpPr>
        <p:spPr>
          <a:xfrm flipH="1">
            <a:off x="-3333926" y="-210750"/>
            <a:ext cx="6890071" cy="880003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73"/>
          <p:cNvSpPr/>
          <p:nvPr/>
        </p:nvSpPr>
        <p:spPr>
          <a:xfrm rot="10800000">
            <a:off x="-142195" y="-526351"/>
            <a:ext cx="2379314" cy="972101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73"/>
          <p:cNvSpPr/>
          <p:nvPr/>
        </p:nvSpPr>
        <p:spPr>
          <a:xfrm flipH="1" rot="3279262">
            <a:off x="-162965" y="-974208"/>
            <a:ext cx="1404819" cy="2093810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73"/>
          <p:cNvSpPr/>
          <p:nvPr/>
        </p:nvSpPr>
        <p:spPr>
          <a:xfrm flipH="1" rot="10800000">
            <a:off x="2572953" y="11239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73"/>
          <p:cNvSpPr/>
          <p:nvPr/>
        </p:nvSpPr>
        <p:spPr>
          <a:xfrm flipH="1" rot="10800000">
            <a:off x="890628" y="348668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73"/>
          <p:cNvSpPr/>
          <p:nvPr/>
        </p:nvSpPr>
        <p:spPr>
          <a:xfrm flipH="1" rot="10800000">
            <a:off x="201303" y="105274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73"/>
          <p:cNvSpPr/>
          <p:nvPr/>
        </p:nvSpPr>
        <p:spPr>
          <a:xfrm flipH="1" rot="10800000">
            <a:off x="1363978" y="737868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73"/>
          <p:cNvSpPr/>
          <p:nvPr/>
        </p:nvSpPr>
        <p:spPr>
          <a:xfrm rot="10800000">
            <a:off x="8843741" y="105394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7"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74"/>
          <p:cNvSpPr txBox="1"/>
          <p:nvPr>
            <p:ph type="title"/>
          </p:nvPr>
        </p:nvSpPr>
        <p:spPr>
          <a:xfrm>
            <a:off x="1543350" y="363275"/>
            <a:ext cx="605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08" name="Google Shape;1208;p74"/>
          <p:cNvSpPr txBox="1"/>
          <p:nvPr>
            <p:ph idx="1" type="subTitle"/>
          </p:nvPr>
        </p:nvSpPr>
        <p:spPr>
          <a:xfrm>
            <a:off x="4875632" y="1904475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209" name="Google Shape;1209;p74"/>
          <p:cNvSpPr txBox="1"/>
          <p:nvPr>
            <p:ph idx="2" type="subTitle"/>
          </p:nvPr>
        </p:nvSpPr>
        <p:spPr>
          <a:xfrm>
            <a:off x="5157563" y="2223600"/>
            <a:ext cx="1922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10" name="Google Shape;1210;p74"/>
          <p:cNvSpPr txBox="1"/>
          <p:nvPr>
            <p:ph idx="3" type="subTitle"/>
          </p:nvPr>
        </p:nvSpPr>
        <p:spPr>
          <a:xfrm>
            <a:off x="1782263" y="1904475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211" name="Google Shape;1211;p74"/>
          <p:cNvSpPr txBox="1"/>
          <p:nvPr>
            <p:ph idx="4" type="subTitle"/>
          </p:nvPr>
        </p:nvSpPr>
        <p:spPr>
          <a:xfrm>
            <a:off x="2064375" y="2223600"/>
            <a:ext cx="1922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12" name="Google Shape;1212;p74"/>
          <p:cNvSpPr txBox="1"/>
          <p:nvPr>
            <p:ph idx="5" type="subTitle"/>
          </p:nvPr>
        </p:nvSpPr>
        <p:spPr>
          <a:xfrm>
            <a:off x="4875600" y="381450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213" name="Google Shape;1213;p74"/>
          <p:cNvSpPr txBox="1"/>
          <p:nvPr>
            <p:ph idx="6" type="subTitle"/>
          </p:nvPr>
        </p:nvSpPr>
        <p:spPr>
          <a:xfrm>
            <a:off x="5157563" y="4133628"/>
            <a:ext cx="1922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14" name="Google Shape;1214;p74"/>
          <p:cNvSpPr txBox="1"/>
          <p:nvPr>
            <p:ph idx="7" type="subTitle"/>
          </p:nvPr>
        </p:nvSpPr>
        <p:spPr>
          <a:xfrm>
            <a:off x="1782263" y="381450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215" name="Google Shape;1215;p74"/>
          <p:cNvSpPr txBox="1"/>
          <p:nvPr>
            <p:ph idx="8" type="subTitle"/>
          </p:nvPr>
        </p:nvSpPr>
        <p:spPr>
          <a:xfrm>
            <a:off x="2064375" y="4133628"/>
            <a:ext cx="1922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16" name="Google Shape;1216;p74"/>
          <p:cNvSpPr/>
          <p:nvPr/>
        </p:nvSpPr>
        <p:spPr>
          <a:xfrm flipH="1" rot="-5400000">
            <a:off x="-3096997" y="2192121"/>
            <a:ext cx="6890071" cy="880003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74"/>
          <p:cNvSpPr/>
          <p:nvPr/>
        </p:nvSpPr>
        <p:spPr>
          <a:xfrm rot="5400000">
            <a:off x="-1921300" y="3098438"/>
            <a:ext cx="4271825" cy="1177450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74"/>
          <p:cNvSpPr/>
          <p:nvPr/>
        </p:nvSpPr>
        <p:spPr>
          <a:xfrm flipH="1" rot="147">
            <a:off x="-401896" y="3180097"/>
            <a:ext cx="1404839" cy="2093848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74"/>
          <p:cNvSpPr/>
          <p:nvPr/>
        </p:nvSpPr>
        <p:spPr>
          <a:xfrm flipH="1" rot="-5400000">
            <a:off x="839461" y="3864564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74"/>
          <p:cNvSpPr/>
          <p:nvPr/>
        </p:nvSpPr>
        <p:spPr>
          <a:xfrm flipH="1" rot="-5400000">
            <a:off x="376511" y="1084989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74"/>
          <p:cNvSpPr/>
          <p:nvPr/>
        </p:nvSpPr>
        <p:spPr>
          <a:xfrm flipH="1" rot="-5400000">
            <a:off x="948986" y="173088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74"/>
          <p:cNvSpPr/>
          <p:nvPr/>
        </p:nvSpPr>
        <p:spPr>
          <a:xfrm flipH="1" rot="5400000">
            <a:off x="5330692" y="2192121"/>
            <a:ext cx="6890071" cy="880003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74"/>
          <p:cNvSpPr/>
          <p:nvPr/>
        </p:nvSpPr>
        <p:spPr>
          <a:xfrm rot="-5400000">
            <a:off x="6773240" y="988358"/>
            <a:ext cx="4271825" cy="1177450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74"/>
          <p:cNvSpPr/>
          <p:nvPr/>
        </p:nvSpPr>
        <p:spPr>
          <a:xfrm flipH="1" rot="-10799853">
            <a:off x="8120822" y="-9700"/>
            <a:ext cx="1404839" cy="2093848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74"/>
          <p:cNvSpPr/>
          <p:nvPr/>
        </p:nvSpPr>
        <p:spPr>
          <a:xfrm flipH="1" rot="5400000">
            <a:off x="7855079" y="511882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74"/>
          <p:cNvSpPr/>
          <p:nvPr/>
        </p:nvSpPr>
        <p:spPr>
          <a:xfrm flipH="1" rot="5400000">
            <a:off x="8120804" y="1236182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74"/>
          <p:cNvSpPr/>
          <p:nvPr/>
        </p:nvSpPr>
        <p:spPr>
          <a:xfrm flipH="1" rot="5400000">
            <a:off x="8583754" y="4015757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74"/>
          <p:cNvSpPr/>
          <p:nvPr/>
        </p:nvSpPr>
        <p:spPr>
          <a:xfrm flipH="1" rot="5400000">
            <a:off x="8076379" y="3434657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74"/>
          <p:cNvSpPr/>
          <p:nvPr/>
        </p:nvSpPr>
        <p:spPr>
          <a:xfrm flipH="1" rot="-5400000">
            <a:off x="1170286" y="465366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8"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75"/>
          <p:cNvSpPr txBox="1"/>
          <p:nvPr>
            <p:ph type="title"/>
          </p:nvPr>
        </p:nvSpPr>
        <p:spPr>
          <a:xfrm flipH="1">
            <a:off x="959002" y="2019725"/>
            <a:ext cx="3931200" cy="6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/>
        </p:txBody>
      </p:sp>
      <p:sp>
        <p:nvSpPr>
          <p:cNvPr id="1232" name="Google Shape;1232;p75"/>
          <p:cNvSpPr txBox="1"/>
          <p:nvPr>
            <p:ph idx="1" type="subTitle"/>
          </p:nvPr>
        </p:nvSpPr>
        <p:spPr>
          <a:xfrm flipH="1">
            <a:off x="959090" y="2565775"/>
            <a:ext cx="2998800" cy="5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Josefin Sans"/>
              <a:buNone/>
              <a:defRPr sz="15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33" name="Google Shape;1233;p75"/>
          <p:cNvSpPr/>
          <p:nvPr/>
        </p:nvSpPr>
        <p:spPr>
          <a:xfrm flipH="1" rot="-132439">
            <a:off x="305871" y="-39916"/>
            <a:ext cx="4818716" cy="780968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75"/>
          <p:cNvSpPr/>
          <p:nvPr/>
        </p:nvSpPr>
        <p:spPr>
          <a:xfrm flipH="1">
            <a:off x="402459" y="-132676"/>
            <a:ext cx="2393629" cy="966464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75"/>
          <p:cNvSpPr/>
          <p:nvPr/>
        </p:nvSpPr>
        <p:spPr>
          <a:xfrm flipH="1" rot="10800000">
            <a:off x="-272112" y="-10878"/>
            <a:ext cx="2096898" cy="98915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75"/>
          <p:cNvSpPr/>
          <p:nvPr/>
        </p:nvSpPr>
        <p:spPr>
          <a:xfrm flipH="1" rot="10800000">
            <a:off x="402451" y="1086487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75"/>
          <p:cNvSpPr/>
          <p:nvPr/>
        </p:nvSpPr>
        <p:spPr>
          <a:xfrm flipH="1" rot="10800000">
            <a:off x="1153051" y="648062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75"/>
          <p:cNvSpPr/>
          <p:nvPr/>
        </p:nvSpPr>
        <p:spPr>
          <a:xfrm flipH="1" rot="10800000">
            <a:off x="2859751" y="301212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75"/>
          <p:cNvSpPr/>
          <p:nvPr/>
        </p:nvSpPr>
        <p:spPr>
          <a:xfrm rot="-10667561">
            <a:off x="305871" y="4393835"/>
            <a:ext cx="4818716" cy="780968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75"/>
          <p:cNvSpPr/>
          <p:nvPr/>
        </p:nvSpPr>
        <p:spPr>
          <a:xfrm rot="10800000">
            <a:off x="402459" y="4301097"/>
            <a:ext cx="2393629" cy="966464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75"/>
          <p:cNvSpPr/>
          <p:nvPr/>
        </p:nvSpPr>
        <p:spPr>
          <a:xfrm>
            <a:off x="-272112" y="4156612"/>
            <a:ext cx="2096898" cy="98915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75"/>
          <p:cNvSpPr/>
          <p:nvPr/>
        </p:nvSpPr>
        <p:spPr>
          <a:xfrm>
            <a:off x="402451" y="3949699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75"/>
          <p:cNvSpPr/>
          <p:nvPr/>
        </p:nvSpPr>
        <p:spPr>
          <a:xfrm>
            <a:off x="1153051" y="438812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75"/>
          <p:cNvSpPr/>
          <p:nvPr/>
        </p:nvSpPr>
        <p:spPr>
          <a:xfrm>
            <a:off x="2859751" y="473497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75"/>
          <p:cNvSpPr/>
          <p:nvPr/>
        </p:nvSpPr>
        <p:spPr>
          <a:xfrm>
            <a:off x="5246676" y="4818274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75"/>
          <p:cNvSpPr/>
          <p:nvPr/>
        </p:nvSpPr>
        <p:spPr>
          <a:xfrm flipH="1" rot="10800000">
            <a:off x="5246676" y="153112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7_1"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76"/>
          <p:cNvSpPr txBox="1"/>
          <p:nvPr>
            <p:ph type="title"/>
          </p:nvPr>
        </p:nvSpPr>
        <p:spPr>
          <a:xfrm>
            <a:off x="2693850" y="363275"/>
            <a:ext cx="3756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49" name="Google Shape;1249;p76"/>
          <p:cNvSpPr txBox="1"/>
          <p:nvPr>
            <p:ph idx="1" type="subTitle"/>
          </p:nvPr>
        </p:nvSpPr>
        <p:spPr>
          <a:xfrm>
            <a:off x="4655852" y="1414900"/>
            <a:ext cx="30453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250" name="Google Shape;1250;p76"/>
          <p:cNvSpPr txBox="1"/>
          <p:nvPr>
            <p:ph idx="2" type="subTitle"/>
          </p:nvPr>
        </p:nvSpPr>
        <p:spPr>
          <a:xfrm>
            <a:off x="4958476" y="1734025"/>
            <a:ext cx="2439900" cy="10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51" name="Google Shape;1251;p76"/>
          <p:cNvSpPr txBox="1"/>
          <p:nvPr>
            <p:ph idx="3" type="subTitle"/>
          </p:nvPr>
        </p:nvSpPr>
        <p:spPr>
          <a:xfrm>
            <a:off x="1442838" y="1414900"/>
            <a:ext cx="30453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252" name="Google Shape;1252;p76"/>
          <p:cNvSpPr txBox="1"/>
          <p:nvPr>
            <p:ph idx="4" type="subTitle"/>
          </p:nvPr>
        </p:nvSpPr>
        <p:spPr>
          <a:xfrm>
            <a:off x="1745688" y="1734025"/>
            <a:ext cx="2439900" cy="10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53" name="Google Shape;1253;p76"/>
          <p:cNvSpPr txBox="1"/>
          <p:nvPr>
            <p:ph idx="5" type="subTitle"/>
          </p:nvPr>
        </p:nvSpPr>
        <p:spPr>
          <a:xfrm>
            <a:off x="4655812" y="3160150"/>
            <a:ext cx="30453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254" name="Google Shape;1254;p76"/>
          <p:cNvSpPr txBox="1"/>
          <p:nvPr>
            <p:ph idx="6" type="subTitle"/>
          </p:nvPr>
        </p:nvSpPr>
        <p:spPr>
          <a:xfrm>
            <a:off x="4958476" y="3479274"/>
            <a:ext cx="2439900" cy="10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55" name="Google Shape;1255;p76"/>
          <p:cNvSpPr txBox="1"/>
          <p:nvPr>
            <p:ph idx="7" type="subTitle"/>
          </p:nvPr>
        </p:nvSpPr>
        <p:spPr>
          <a:xfrm>
            <a:off x="1442838" y="3160150"/>
            <a:ext cx="30453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256" name="Google Shape;1256;p76"/>
          <p:cNvSpPr txBox="1"/>
          <p:nvPr>
            <p:ph idx="8" type="subTitle"/>
          </p:nvPr>
        </p:nvSpPr>
        <p:spPr>
          <a:xfrm>
            <a:off x="1745688" y="3479274"/>
            <a:ext cx="2439900" cy="10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57" name="Google Shape;1257;p76"/>
          <p:cNvSpPr/>
          <p:nvPr/>
        </p:nvSpPr>
        <p:spPr>
          <a:xfrm flipH="1" rot="-5532439">
            <a:off x="-2045052" y="2322174"/>
            <a:ext cx="4818716" cy="780968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76"/>
          <p:cNvSpPr/>
          <p:nvPr/>
        </p:nvSpPr>
        <p:spPr>
          <a:xfrm flipH="1" rot="-5400000">
            <a:off x="-832519" y="2826431"/>
            <a:ext cx="2393629" cy="966464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76"/>
          <p:cNvSpPr/>
          <p:nvPr/>
        </p:nvSpPr>
        <p:spPr>
          <a:xfrm flipH="1" rot="5400000">
            <a:off x="-551012" y="3638024"/>
            <a:ext cx="2096898" cy="98915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76"/>
          <p:cNvSpPr/>
          <p:nvPr/>
        </p:nvSpPr>
        <p:spPr>
          <a:xfrm flipH="1" rot="5400000">
            <a:off x="1100376" y="4407937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76"/>
          <p:cNvSpPr/>
          <p:nvPr/>
        </p:nvSpPr>
        <p:spPr>
          <a:xfrm flipH="1" rot="5400000">
            <a:off x="661951" y="3657337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76"/>
          <p:cNvSpPr/>
          <p:nvPr/>
        </p:nvSpPr>
        <p:spPr>
          <a:xfrm flipH="1" rot="5400000">
            <a:off x="315101" y="1950637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76"/>
          <p:cNvSpPr/>
          <p:nvPr/>
        </p:nvSpPr>
        <p:spPr>
          <a:xfrm flipH="1" rot="5400000">
            <a:off x="458251" y="248212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76"/>
          <p:cNvSpPr/>
          <p:nvPr/>
        </p:nvSpPr>
        <p:spPr>
          <a:xfrm flipH="1" rot="5267561">
            <a:off x="6370324" y="1912069"/>
            <a:ext cx="4818716" cy="780968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76"/>
          <p:cNvSpPr/>
          <p:nvPr/>
        </p:nvSpPr>
        <p:spPr>
          <a:xfrm flipH="1" rot="5400000">
            <a:off x="7582879" y="1222315"/>
            <a:ext cx="2393629" cy="966464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76"/>
          <p:cNvSpPr/>
          <p:nvPr/>
        </p:nvSpPr>
        <p:spPr>
          <a:xfrm flipH="1" rot="-5400000">
            <a:off x="7598103" y="388035"/>
            <a:ext cx="2096898" cy="98915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76"/>
          <p:cNvSpPr/>
          <p:nvPr/>
        </p:nvSpPr>
        <p:spPr>
          <a:xfrm flipH="1" rot="-5400000">
            <a:off x="7945213" y="508574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76"/>
          <p:cNvSpPr/>
          <p:nvPr/>
        </p:nvSpPr>
        <p:spPr>
          <a:xfrm flipH="1" rot="-5400000">
            <a:off x="8383638" y="125917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76"/>
          <p:cNvSpPr/>
          <p:nvPr/>
        </p:nvSpPr>
        <p:spPr>
          <a:xfrm flipH="1" rot="-5400000">
            <a:off x="8730488" y="296587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76"/>
          <p:cNvSpPr/>
          <p:nvPr/>
        </p:nvSpPr>
        <p:spPr>
          <a:xfrm flipH="1" rot="-5400000">
            <a:off x="8522238" y="4603499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">
  <p:cSld name="CUSTOM_9"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77"/>
          <p:cNvSpPr txBox="1"/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273" name="Google Shape;1273;p77"/>
          <p:cNvSpPr txBox="1"/>
          <p:nvPr>
            <p:ph idx="1" type="subTitle"/>
          </p:nvPr>
        </p:nvSpPr>
        <p:spPr>
          <a:xfrm>
            <a:off x="3328957" y="234355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274" name="Google Shape;1274;p77"/>
          <p:cNvSpPr txBox="1"/>
          <p:nvPr>
            <p:ph idx="2" type="subTitle"/>
          </p:nvPr>
        </p:nvSpPr>
        <p:spPr>
          <a:xfrm>
            <a:off x="3482707" y="2662675"/>
            <a:ext cx="21786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75" name="Google Shape;1275;p77"/>
          <p:cNvSpPr txBox="1"/>
          <p:nvPr>
            <p:ph idx="3" type="subTitle"/>
          </p:nvPr>
        </p:nvSpPr>
        <p:spPr>
          <a:xfrm>
            <a:off x="791813" y="234355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276" name="Google Shape;1276;p77"/>
          <p:cNvSpPr txBox="1"/>
          <p:nvPr>
            <p:ph idx="4" type="subTitle"/>
          </p:nvPr>
        </p:nvSpPr>
        <p:spPr>
          <a:xfrm>
            <a:off x="945563" y="2662675"/>
            <a:ext cx="21786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77" name="Google Shape;1277;p77"/>
          <p:cNvSpPr txBox="1"/>
          <p:nvPr>
            <p:ph idx="5" type="subTitle"/>
          </p:nvPr>
        </p:nvSpPr>
        <p:spPr>
          <a:xfrm>
            <a:off x="5866075" y="234355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278" name="Google Shape;1278;p77"/>
          <p:cNvSpPr txBox="1"/>
          <p:nvPr>
            <p:ph idx="6" type="subTitle"/>
          </p:nvPr>
        </p:nvSpPr>
        <p:spPr>
          <a:xfrm>
            <a:off x="6019825" y="2662675"/>
            <a:ext cx="21786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79" name="Google Shape;1279;p77"/>
          <p:cNvSpPr/>
          <p:nvPr/>
        </p:nvSpPr>
        <p:spPr>
          <a:xfrm rot="10800000">
            <a:off x="2531291" y="4235323"/>
            <a:ext cx="5428956" cy="1009852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77"/>
          <p:cNvSpPr/>
          <p:nvPr/>
        </p:nvSpPr>
        <p:spPr>
          <a:xfrm rot="5400000">
            <a:off x="3108924" y="2854084"/>
            <a:ext cx="1442280" cy="3563817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77"/>
          <p:cNvSpPr/>
          <p:nvPr/>
        </p:nvSpPr>
        <p:spPr>
          <a:xfrm>
            <a:off x="3682950" y="4420625"/>
            <a:ext cx="2132100" cy="123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77"/>
          <p:cNvSpPr/>
          <p:nvPr/>
        </p:nvSpPr>
        <p:spPr>
          <a:xfrm flipH="1" rot="10800000">
            <a:off x="3968688" y="407182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77"/>
          <p:cNvSpPr/>
          <p:nvPr/>
        </p:nvSpPr>
        <p:spPr>
          <a:xfrm flipH="1" rot="10800000">
            <a:off x="5921426" y="455415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77"/>
          <p:cNvSpPr/>
          <p:nvPr/>
        </p:nvSpPr>
        <p:spPr>
          <a:xfrm flipH="1" rot="10800000">
            <a:off x="1267213" y="452174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77"/>
          <p:cNvSpPr/>
          <p:nvPr/>
        </p:nvSpPr>
        <p:spPr>
          <a:xfrm flipH="1" rot="10800000">
            <a:off x="8100026" y="475290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77"/>
          <p:cNvSpPr/>
          <p:nvPr/>
        </p:nvSpPr>
        <p:spPr>
          <a:xfrm flipH="1" rot="10800000">
            <a:off x="6505813" y="485159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77"/>
          <p:cNvSpPr/>
          <p:nvPr/>
        </p:nvSpPr>
        <p:spPr>
          <a:xfrm flipH="1" rot="10800000">
            <a:off x="1985676" y="410423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0"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78"/>
          <p:cNvSpPr txBox="1"/>
          <p:nvPr>
            <p:ph type="title"/>
          </p:nvPr>
        </p:nvSpPr>
        <p:spPr>
          <a:xfrm>
            <a:off x="2571750" y="363275"/>
            <a:ext cx="400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290" name="Google Shape;1290;p78"/>
          <p:cNvSpPr txBox="1"/>
          <p:nvPr>
            <p:ph idx="1" type="subTitle"/>
          </p:nvPr>
        </p:nvSpPr>
        <p:spPr>
          <a:xfrm>
            <a:off x="5091350" y="3794700"/>
            <a:ext cx="22056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291" name="Google Shape;1291;p78"/>
          <p:cNvSpPr txBox="1"/>
          <p:nvPr>
            <p:ph idx="2" type="subTitle"/>
          </p:nvPr>
        </p:nvSpPr>
        <p:spPr>
          <a:xfrm>
            <a:off x="4948200" y="4089750"/>
            <a:ext cx="2488200" cy="64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92" name="Google Shape;1292;p78"/>
          <p:cNvSpPr txBox="1"/>
          <p:nvPr>
            <p:ph idx="3" type="subTitle"/>
          </p:nvPr>
        </p:nvSpPr>
        <p:spPr>
          <a:xfrm>
            <a:off x="1901200" y="3794700"/>
            <a:ext cx="2007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293" name="Google Shape;1293;p78"/>
          <p:cNvSpPr txBox="1"/>
          <p:nvPr>
            <p:ph idx="4" type="subTitle"/>
          </p:nvPr>
        </p:nvSpPr>
        <p:spPr>
          <a:xfrm>
            <a:off x="1800500" y="4089750"/>
            <a:ext cx="2205600" cy="64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94" name="Google Shape;1294;p78"/>
          <p:cNvSpPr/>
          <p:nvPr/>
        </p:nvSpPr>
        <p:spPr>
          <a:xfrm rot="-5400000">
            <a:off x="-687297" y="596629"/>
            <a:ext cx="2810674" cy="1198053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78"/>
          <p:cNvSpPr/>
          <p:nvPr/>
        </p:nvSpPr>
        <p:spPr>
          <a:xfrm rot="-5400000">
            <a:off x="-1281850" y="1134665"/>
            <a:ext cx="2860647" cy="751611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78"/>
          <p:cNvSpPr/>
          <p:nvPr/>
        </p:nvSpPr>
        <p:spPr>
          <a:xfrm rot="5400000">
            <a:off x="466981" y="119573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78"/>
          <p:cNvSpPr/>
          <p:nvPr/>
        </p:nvSpPr>
        <p:spPr>
          <a:xfrm rot="5400000">
            <a:off x="-494883" y="208694"/>
            <a:ext cx="1990610" cy="1054010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78"/>
          <p:cNvSpPr/>
          <p:nvPr/>
        </p:nvSpPr>
        <p:spPr>
          <a:xfrm rot="5400000">
            <a:off x="928869" y="99919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78"/>
          <p:cNvSpPr/>
          <p:nvPr/>
        </p:nvSpPr>
        <p:spPr>
          <a:xfrm rot="-5400000">
            <a:off x="269256" y="284224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78"/>
          <p:cNvSpPr/>
          <p:nvPr/>
        </p:nvSpPr>
        <p:spPr>
          <a:xfrm rot="5400000">
            <a:off x="7087547" y="3261706"/>
            <a:ext cx="2810674" cy="1198053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78"/>
          <p:cNvSpPr/>
          <p:nvPr/>
        </p:nvSpPr>
        <p:spPr>
          <a:xfrm rot="5400000">
            <a:off x="7632127" y="3170112"/>
            <a:ext cx="2860647" cy="751611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78"/>
          <p:cNvSpPr/>
          <p:nvPr/>
        </p:nvSpPr>
        <p:spPr>
          <a:xfrm rot="-5400000">
            <a:off x="8580444" y="369715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78"/>
          <p:cNvSpPr/>
          <p:nvPr/>
        </p:nvSpPr>
        <p:spPr>
          <a:xfrm rot="-5400000">
            <a:off x="7715198" y="3793684"/>
            <a:ext cx="1990610" cy="1054010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78"/>
          <p:cNvSpPr/>
          <p:nvPr/>
        </p:nvSpPr>
        <p:spPr>
          <a:xfrm rot="-5400000">
            <a:off x="8183656" y="395849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78"/>
          <p:cNvSpPr/>
          <p:nvPr/>
        </p:nvSpPr>
        <p:spPr>
          <a:xfrm rot="5400000">
            <a:off x="8843269" y="211544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78"/>
          <p:cNvSpPr/>
          <p:nvPr/>
        </p:nvSpPr>
        <p:spPr>
          <a:xfrm rot="-5400000">
            <a:off x="7541144" y="468090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78"/>
          <p:cNvSpPr/>
          <p:nvPr/>
        </p:nvSpPr>
        <p:spPr>
          <a:xfrm rot="5400000">
            <a:off x="1506281" y="21198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79"/>
          <p:cNvSpPr txBox="1"/>
          <p:nvPr>
            <p:ph type="title"/>
          </p:nvPr>
        </p:nvSpPr>
        <p:spPr>
          <a:xfrm>
            <a:off x="2629950" y="989275"/>
            <a:ext cx="3884100" cy="93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310" name="Google Shape;1310;p79"/>
          <p:cNvSpPr txBox="1"/>
          <p:nvPr>
            <p:ph idx="1" type="subTitle"/>
          </p:nvPr>
        </p:nvSpPr>
        <p:spPr>
          <a:xfrm>
            <a:off x="3043615" y="1769613"/>
            <a:ext cx="3066900" cy="10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1" name="Google Shape;1311;p79"/>
          <p:cNvSpPr txBox="1"/>
          <p:nvPr>
            <p:ph idx="2" type="subTitle"/>
          </p:nvPr>
        </p:nvSpPr>
        <p:spPr>
          <a:xfrm>
            <a:off x="2676890" y="3876500"/>
            <a:ext cx="3790200" cy="2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>
                <a:solidFill>
                  <a:schemeClr val="dk1"/>
                </a:solidFill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2" name="Google Shape;1312;p79"/>
          <p:cNvSpPr txBox="1"/>
          <p:nvPr/>
        </p:nvSpPr>
        <p:spPr>
          <a:xfrm>
            <a:off x="2924390" y="3270788"/>
            <a:ext cx="32952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</a:t>
            </a: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 This presentation template was created by</a:t>
            </a:r>
            <a:r>
              <a:rPr b="1"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including icons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infographics &amp; images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13" name="Google Shape;1313;p79"/>
          <p:cNvSpPr/>
          <p:nvPr/>
        </p:nvSpPr>
        <p:spPr>
          <a:xfrm rot="-5538951">
            <a:off x="-2574537" y="1029968"/>
            <a:ext cx="6383009" cy="1326004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4" name="Google Shape;1314;p79"/>
          <p:cNvSpPr/>
          <p:nvPr/>
        </p:nvSpPr>
        <p:spPr>
          <a:xfrm flipH="1" rot="5400000">
            <a:off x="-1065756" y="2741763"/>
            <a:ext cx="3598025" cy="1537331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79"/>
          <p:cNvSpPr/>
          <p:nvPr/>
        </p:nvSpPr>
        <p:spPr>
          <a:xfrm flipH="1" rot="5400000">
            <a:off x="-627512" y="3888154"/>
            <a:ext cx="2023800" cy="1071475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79"/>
          <p:cNvSpPr/>
          <p:nvPr/>
        </p:nvSpPr>
        <p:spPr>
          <a:xfrm>
            <a:off x="771800" y="275750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79"/>
          <p:cNvSpPr/>
          <p:nvPr/>
        </p:nvSpPr>
        <p:spPr>
          <a:xfrm>
            <a:off x="1553300" y="3452550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79"/>
          <p:cNvSpPr/>
          <p:nvPr/>
        </p:nvSpPr>
        <p:spPr>
          <a:xfrm>
            <a:off x="804350" y="105132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79"/>
          <p:cNvSpPr/>
          <p:nvPr/>
        </p:nvSpPr>
        <p:spPr>
          <a:xfrm>
            <a:off x="1169650" y="3551250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79"/>
          <p:cNvSpPr/>
          <p:nvPr/>
        </p:nvSpPr>
        <p:spPr>
          <a:xfrm>
            <a:off x="376488" y="71690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1" name="Google Shape;1321;p79"/>
          <p:cNvGrpSpPr/>
          <p:nvPr/>
        </p:nvGrpSpPr>
        <p:grpSpPr>
          <a:xfrm rot="10800000">
            <a:off x="7695844" y="-223188"/>
            <a:ext cx="1676378" cy="6958517"/>
            <a:chOff x="-174456" y="-1522725"/>
            <a:chExt cx="1676378" cy="6958517"/>
          </a:xfrm>
        </p:grpSpPr>
        <p:sp>
          <p:nvSpPr>
            <p:cNvPr id="1322" name="Google Shape;1322;p79"/>
            <p:cNvSpPr/>
            <p:nvPr/>
          </p:nvSpPr>
          <p:spPr>
            <a:xfrm rot="-5538951">
              <a:off x="-2574537" y="1029968"/>
              <a:ext cx="6383009" cy="1326004"/>
            </a:xfrm>
            <a:custGeom>
              <a:rect b="b" l="l" r="r" t="t"/>
              <a:pathLst>
                <a:path extrusionOk="0" h="14785" w="79484">
                  <a:moveTo>
                    <a:pt x="64823" y="0"/>
                  </a:moveTo>
                  <a:cubicBezTo>
                    <a:pt x="56730" y="0"/>
                    <a:pt x="48629" y="357"/>
                    <a:pt x="40537" y="566"/>
                  </a:cubicBezTo>
                  <a:cubicBezTo>
                    <a:pt x="32882" y="767"/>
                    <a:pt x="25204" y="856"/>
                    <a:pt x="17548" y="856"/>
                  </a:cubicBezTo>
                  <a:lnTo>
                    <a:pt x="6188" y="856"/>
                  </a:lnTo>
                  <a:cubicBezTo>
                    <a:pt x="5806" y="856"/>
                    <a:pt x="5327" y="841"/>
                    <a:pt x="4808" y="841"/>
                  </a:cubicBezTo>
                  <a:cubicBezTo>
                    <a:pt x="2720" y="841"/>
                    <a:pt x="0" y="1085"/>
                    <a:pt x="519" y="3534"/>
                  </a:cubicBezTo>
                  <a:cubicBezTo>
                    <a:pt x="1166" y="6614"/>
                    <a:pt x="4269" y="9560"/>
                    <a:pt x="6746" y="11190"/>
                  </a:cubicBezTo>
                  <a:cubicBezTo>
                    <a:pt x="10540" y="13712"/>
                    <a:pt x="15160" y="14738"/>
                    <a:pt x="19713" y="14783"/>
                  </a:cubicBezTo>
                  <a:cubicBezTo>
                    <a:pt x="19807" y="14784"/>
                    <a:pt x="19901" y="14784"/>
                    <a:pt x="19995" y="14784"/>
                  </a:cubicBezTo>
                  <a:cubicBezTo>
                    <a:pt x="22334" y="14784"/>
                    <a:pt x="24671" y="14518"/>
                    <a:pt x="26967" y="14024"/>
                  </a:cubicBezTo>
                  <a:cubicBezTo>
                    <a:pt x="29891" y="13377"/>
                    <a:pt x="32703" y="12350"/>
                    <a:pt x="35515" y="11324"/>
                  </a:cubicBezTo>
                  <a:cubicBezTo>
                    <a:pt x="42724" y="8712"/>
                    <a:pt x="50045" y="6235"/>
                    <a:pt x="57633" y="5141"/>
                  </a:cubicBezTo>
                  <a:cubicBezTo>
                    <a:pt x="61727" y="4546"/>
                    <a:pt x="65864" y="4360"/>
                    <a:pt x="70011" y="4360"/>
                  </a:cubicBezTo>
                  <a:cubicBezTo>
                    <a:pt x="73167" y="4360"/>
                    <a:pt x="76330" y="4468"/>
                    <a:pt x="79484" y="4583"/>
                  </a:cubicBezTo>
                  <a:cubicBezTo>
                    <a:pt x="79461" y="3222"/>
                    <a:pt x="79439" y="1860"/>
                    <a:pt x="79439" y="499"/>
                  </a:cubicBezTo>
                  <a:cubicBezTo>
                    <a:pt x="74572" y="130"/>
                    <a:pt x="69699" y="0"/>
                    <a:pt x="648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79"/>
            <p:cNvSpPr/>
            <p:nvPr/>
          </p:nvSpPr>
          <p:spPr>
            <a:xfrm flipH="1" rot="5400000">
              <a:off x="-1065756" y="2741763"/>
              <a:ext cx="3598025" cy="1537331"/>
            </a:xfrm>
            <a:custGeom>
              <a:rect b="b" l="l" r="r" t="t"/>
              <a:pathLst>
                <a:path extrusionOk="0" h="61524" w="143993">
                  <a:moveTo>
                    <a:pt x="25900" y="1"/>
                  </a:moveTo>
                  <a:cubicBezTo>
                    <a:pt x="11671" y="1"/>
                    <a:pt x="1" y="8596"/>
                    <a:pt x="1" y="8596"/>
                  </a:cubicBezTo>
                  <a:lnTo>
                    <a:pt x="186" y="61523"/>
                  </a:lnTo>
                  <a:lnTo>
                    <a:pt x="143993" y="61523"/>
                  </a:lnTo>
                  <a:cubicBezTo>
                    <a:pt x="138074" y="43327"/>
                    <a:pt x="128448" y="39288"/>
                    <a:pt x="117124" y="39288"/>
                  </a:cubicBezTo>
                  <a:cubicBezTo>
                    <a:pt x="108085" y="39288"/>
                    <a:pt x="97965" y="41861"/>
                    <a:pt x="87783" y="41861"/>
                  </a:cubicBezTo>
                  <a:cubicBezTo>
                    <a:pt x="83897" y="41861"/>
                    <a:pt x="80003" y="41486"/>
                    <a:pt x="76156" y="40451"/>
                  </a:cubicBezTo>
                  <a:cubicBezTo>
                    <a:pt x="58842" y="35830"/>
                    <a:pt x="64326" y="18763"/>
                    <a:pt x="43685" y="5269"/>
                  </a:cubicBezTo>
                  <a:cubicBezTo>
                    <a:pt x="37737" y="1386"/>
                    <a:pt x="31612" y="1"/>
                    <a:pt x="259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79"/>
            <p:cNvSpPr/>
            <p:nvPr/>
          </p:nvSpPr>
          <p:spPr>
            <a:xfrm flipH="1" rot="5400000">
              <a:off x="-627512" y="3888154"/>
              <a:ext cx="2023800" cy="1071475"/>
            </a:xfrm>
            <a:custGeom>
              <a:rect b="b" l="l" r="r" t="t"/>
              <a:pathLst>
                <a:path extrusionOk="0" h="42859" w="80952">
                  <a:moveTo>
                    <a:pt x="7027" y="1"/>
                  </a:moveTo>
                  <a:cubicBezTo>
                    <a:pt x="6872" y="1"/>
                    <a:pt x="6717" y="3"/>
                    <a:pt x="6562" y="7"/>
                  </a:cubicBezTo>
                  <a:cubicBezTo>
                    <a:pt x="4866" y="30"/>
                    <a:pt x="3192" y="387"/>
                    <a:pt x="1629" y="1056"/>
                  </a:cubicBezTo>
                  <a:cubicBezTo>
                    <a:pt x="0" y="1793"/>
                    <a:pt x="89" y="2418"/>
                    <a:pt x="335" y="4114"/>
                  </a:cubicBezTo>
                  <a:cubicBezTo>
                    <a:pt x="982" y="8332"/>
                    <a:pt x="1652" y="12528"/>
                    <a:pt x="2321" y="16724"/>
                  </a:cubicBezTo>
                  <a:lnTo>
                    <a:pt x="4241" y="29022"/>
                  </a:lnTo>
                  <a:cubicBezTo>
                    <a:pt x="4866" y="32972"/>
                    <a:pt x="6160" y="37347"/>
                    <a:pt x="6160" y="41342"/>
                  </a:cubicBezTo>
                  <a:cubicBezTo>
                    <a:pt x="6227" y="41676"/>
                    <a:pt x="6294" y="42056"/>
                    <a:pt x="6562" y="42257"/>
                  </a:cubicBezTo>
                  <a:cubicBezTo>
                    <a:pt x="6776" y="42374"/>
                    <a:pt x="7008" y="42440"/>
                    <a:pt x="7256" y="42440"/>
                  </a:cubicBezTo>
                  <a:cubicBezTo>
                    <a:pt x="7292" y="42440"/>
                    <a:pt x="7328" y="42438"/>
                    <a:pt x="7365" y="42435"/>
                  </a:cubicBezTo>
                  <a:cubicBezTo>
                    <a:pt x="18275" y="42693"/>
                    <a:pt x="29189" y="42859"/>
                    <a:pt x="40102" y="42859"/>
                  </a:cubicBezTo>
                  <a:cubicBezTo>
                    <a:pt x="53724" y="42859"/>
                    <a:pt x="67345" y="42601"/>
                    <a:pt x="80951" y="41944"/>
                  </a:cubicBezTo>
                  <a:cubicBezTo>
                    <a:pt x="71220" y="38596"/>
                    <a:pt x="61154" y="36409"/>
                    <a:pt x="50910" y="35450"/>
                  </a:cubicBezTo>
                  <a:cubicBezTo>
                    <a:pt x="46357" y="35003"/>
                    <a:pt x="41513" y="34735"/>
                    <a:pt x="37741" y="32124"/>
                  </a:cubicBezTo>
                  <a:cubicBezTo>
                    <a:pt x="33880" y="29423"/>
                    <a:pt x="31939" y="24781"/>
                    <a:pt x="30443" y="20317"/>
                  </a:cubicBezTo>
                  <a:cubicBezTo>
                    <a:pt x="28948" y="15854"/>
                    <a:pt x="27609" y="11144"/>
                    <a:pt x="24439" y="7663"/>
                  </a:cubicBezTo>
                  <a:cubicBezTo>
                    <a:pt x="22676" y="5743"/>
                    <a:pt x="20422" y="4315"/>
                    <a:pt x="18123" y="3087"/>
                  </a:cubicBezTo>
                  <a:cubicBezTo>
                    <a:pt x="14732" y="1327"/>
                    <a:pt x="10908" y="1"/>
                    <a:pt x="7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5" name="Google Shape;1325;p79"/>
          <p:cNvSpPr/>
          <p:nvPr/>
        </p:nvSpPr>
        <p:spPr>
          <a:xfrm flipH="1" rot="10800000">
            <a:off x="7981650" y="2860425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79"/>
          <p:cNvSpPr/>
          <p:nvPr/>
        </p:nvSpPr>
        <p:spPr>
          <a:xfrm flipH="1" rot="10800000">
            <a:off x="8332050" y="1975150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79"/>
          <p:cNvSpPr/>
          <p:nvPr/>
        </p:nvSpPr>
        <p:spPr>
          <a:xfrm flipH="1" rot="10800000">
            <a:off x="7932450" y="42871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79"/>
          <p:cNvSpPr/>
          <p:nvPr/>
        </p:nvSpPr>
        <p:spPr>
          <a:xfrm flipH="1" rot="10800000">
            <a:off x="7695850" y="17277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79"/>
          <p:cNvSpPr/>
          <p:nvPr/>
        </p:nvSpPr>
        <p:spPr>
          <a:xfrm flipH="1" rot="10800000">
            <a:off x="8299488" y="449200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1_1"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80"/>
          <p:cNvSpPr txBox="1"/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332" name="Google Shape;1332;p80"/>
          <p:cNvSpPr txBox="1"/>
          <p:nvPr>
            <p:ph idx="1" type="subTitle"/>
          </p:nvPr>
        </p:nvSpPr>
        <p:spPr>
          <a:xfrm>
            <a:off x="2115575" y="1535450"/>
            <a:ext cx="2007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333" name="Google Shape;1333;p80"/>
          <p:cNvSpPr txBox="1"/>
          <p:nvPr>
            <p:ph idx="2" type="subTitle"/>
          </p:nvPr>
        </p:nvSpPr>
        <p:spPr>
          <a:xfrm>
            <a:off x="2016350" y="2145400"/>
            <a:ext cx="5111400" cy="17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34" name="Google Shape;1334;p80"/>
          <p:cNvSpPr/>
          <p:nvPr/>
        </p:nvSpPr>
        <p:spPr>
          <a:xfrm flipH="1">
            <a:off x="-178543" y="-118290"/>
            <a:ext cx="3204343" cy="1651139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80"/>
          <p:cNvSpPr/>
          <p:nvPr/>
        </p:nvSpPr>
        <p:spPr>
          <a:xfrm flipH="1" rot="10800000">
            <a:off x="-278322" y="-72669"/>
            <a:ext cx="2420522" cy="1034218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80"/>
          <p:cNvSpPr/>
          <p:nvPr/>
        </p:nvSpPr>
        <p:spPr>
          <a:xfrm rot="-10484947">
            <a:off x="-734940" y="-411807"/>
            <a:ext cx="1843431" cy="869285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80"/>
          <p:cNvSpPr/>
          <p:nvPr/>
        </p:nvSpPr>
        <p:spPr>
          <a:xfrm flipH="1" rot="10800000">
            <a:off x="1722238" y="45824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80"/>
          <p:cNvSpPr/>
          <p:nvPr/>
        </p:nvSpPr>
        <p:spPr>
          <a:xfrm flipH="1" rot="10800000">
            <a:off x="832326" y="69715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80"/>
          <p:cNvSpPr/>
          <p:nvPr/>
        </p:nvSpPr>
        <p:spPr>
          <a:xfrm flipH="1" rot="10800000">
            <a:off x="61551" y="158193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CUSTOM_11"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81"/>
          <p:cNvSpPr txBox="1"/>
          <p:nvPr>
            <p:ph type="title"/>
          </p:nvPr>
        </p:nvSpPr>
        <p:spPr>
          <a:xfrm>
            <a:off x="3105950" y="363275"/>
            <a:ext cx="293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342" name="Google Shape;1342;p81"/>
          <p:cNvSpPr txBox="1"/>
          <p:nvPr>
            <p:ph idx="1" type="subTitle"/>
          </p:nvPr>
        </p:nvSpPr>
        <p:spPr>
          <a:xfrm>
            <a:off x="760275" y="1535450"/>
            <a:ext cx="2007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343" name="Google Shape;1343;p81"/>
          <p:cNvSpPr txBox="1"/>
          <p:nvPr>
            <p:ph idx="2" type="subTitle"/>
          </p:nvPr>
        </p:nvSpPr>
        <p:spPr>
          <a:xfrm>
            <a:off x="540000" y="2145400"/>
            <a:ext cx="3834000" cy="17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44" name="Google Shape;1344;p81"/>
          <p:cNvSpPr txBox="1"/>
          <p:nvPr>
            <p:ph idx="3" type="subTitle"/>
          </p:nvPr>
        </p:nvSpPr>
        <p:spPr>
          <a:xfrm>
            <a:off x="4564200" y="1535450"/>
            <a:ext cx="2007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345" name="Google Shape;1345;p81"/>
          <p:cNvSpPr txBox="1"/>
          <p:nvPr>
            <p:ph idx="4" type="subTitle"/>
          </p:nvPr>
        </p:nvSpPr>
        <p:spPr>
          <a:xfrm>
            <a:off x="4440600" y="2145400"/>
            <a:ext cx="3834000" cy="17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46" name="Google Shape;1346;p81"/>
          <p:cNvSpPr/>
          <p:nvPr/>
        </p:nvSpPr>
        <p:spPr>
          <a:xfrm>
            <a:off x="6082076" y="-118290"/>
            <a:ext cx="3204343" cy="1651139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81"/>
          <p:cNvSpPr/>
          <p:nvPr/>
        </p:nvSpPr>
        <p:spPr>
          <a:xfrm rot="10800000">
            <a:off x="6965676" y="-72669"/>
            <a:ext cx="2420522" cy="1034218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81"/>
          <p:cNvSpPr/>
          <p:nvPr/>
        </p:nvSpPr>
        <p:spPr>
          <a:xfrm flipH="1" rot="10484947">
            <a:off x="7999385" y="-411807"/>
            <a:ext cx="1843431" cy="869285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81"/>
          <p:cNvSpPr/>
          <p:nvPr/>
        </p:nvSpPr>
        <p:spPr>
          <a:xfrm rot="10800000">
            <a:off x="7222138" y="45824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81"/>
          <p:cNvSpPr/>
          <p:nvPr/>
        </p:nvSpPr>
        <p:spPr>
          <a:xfrm rot="10800000">
            <a:off x="8177150" y="69715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81"/>
          <p:cNvSpPr/>
          <p:nvPr/>
        </p:nvSpPr>
        <p:spPr>
          <a:xfrm rot="10800000">
            <a:off x="8947925" y="158193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83"/>
          <p:cNvSpPr txBox="1"/>
          <p:nvPr>
            <p:ph type="ctrTitle"/>
          </p:nvPr>
        </p:nvSpPr>
        <p:spPr>
          <a:xfrm>
            <a:off x="678600" y="1484550"/>
            <a:ext cx="7787100" cy="208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5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57" name="Google Shape;1357;p83"/>
          <p:cNvSpPr txBox="1"/>
          <p:nvPr>
            <p:ph idx="1" type="subTitle"/>
          </p:nvPr>
        </p:nvSpPr>
        <p:spPr>
          <a:xfrm>
            <a:off x="2547575" y="3466725"/>
            <a:ext cx="4048800" cy="3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58" name="Google Shape;1358;p83"/>
          <p:cNvSpPr/>
          <p:nvPr/>
        </p:nvSpPr>
        <p:spPr>
          <a:xfrm rot="5400000">
            <a:off x="-1867025" y="1013175"/>
            <a:ext cx="4814046" cy="1710367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83"/>
          <p:cNvSpPr/>
          <p:nvPr/>
        </p:nvSpPr>
        <p:spPr>
          <a:xfrm rot="10800000">
            <a:off x="-229260" y="3396805"/>
            <a:ext cx="3675485" cy="1893812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83"/>
          <p:cNvSpPr/>
          <p:nvPr/>
        </p:nvSpPr>
        <p:spPr>
          <a:xfrm flipH="1" rot="-315040">
            <a:off x="-236345" y="4475012"/>
            <a:ext cx="2114446" cy="997085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83"/>
          <p:cNvSpPr/>
          <p:nvPr/>
        </p:nvSpPr>
        <p:spPr>
          <a:xfrm>
            <a:off x="3282713" y="476911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83"/>
          <p:cNvSpPr/>
          <p:nvPr/>
        </p:nvSpPr>
        <p:spPr>
          <a:xfrm>
            <a:off x="927300" y="42102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83"/>
          <p:cNvSpPr/>
          <p:nvPr/>
        </p:nvSpPr>
        <p:spPr>
          <a:xfrm>
            <a:off x="55488" y="290826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83"/>
          <p:cNvSpPr/>
          <p:nvPr/>
        </p:nvSpPr>
        <p:spPr>
          <a:xfrm>
            <a:off x="4257175" y="4901838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83"/>
          <p:cNvSpPr/>
          <p:nvPr/>
        </p:nvSpPr>
        <p:spPr>
          <a:xfrm>
            <a:off x="1559288" y="3910538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83"/>
          <p:cNvSpPr/>
          <p:nvPr/>
        </p:nvSpPr>
        <p:spPr>
          <a:xfrm rot="-5400000">
            <a:off x="6110254" y="2527892"/>
            <a:ext cx="4814046" cy="1710367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83"/>
          <p:cNvSpPr/>
          <p:nvPr/>
        </p:nvSpPr>
        <p:spPr>
          <a:xfrm>
            <a:off x="5744675" y="-169359"/>
            <a:ext cx="3627772" cy="1869298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83"/>
          <p:cNvSpPr/>
          <p:nvPr/>
        </p:nvSpPr>
        <p:spPr>
          <a:xfrm flipH="1" rot="10484934">
            <a:off x="7292455" y="-348495"/>
            <a:ext cx="2087045" cy="984164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83"/>
          <p:cNvSpPr/>
          <p:nvPr/>
        </p:nvSpPr>
        <p:spPr>
          <a:xfrm rot="10800000">
            <a:off x="5634813" y="20792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83"/>
          <p:cNvSpPr/>
          <p:nvPr/>
        </p:nvSpPr>
        <p:spPr>
          <a:xfrm rot="10800000">
            <a:off x="7750600" y="102480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83"/>
          <p:cNvSpPr/>
          <p:nvPr/>
        </p:nvSpPr>
        <p:spPr>
          <a:xfrm rot="10800000">
            <a:off x="8980488" y="193977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83"/>
          <p:cNvSpPr/>
          <p:nvPr/>
        </p:nvSpPr>
        <p:spPr>
          <a:xfrm rot="10800000">
            <a:off x="4725450" y="139996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84"/>
          <p:cNvSpPr txBox="1"/>
          <p:nvPr>
            <p:ph type="title"/>
          </p:nvPr>
        </p:nvSpPr>
        <p:spPr>
          <a:xfrm>
            <a:off x="1912475" y="2261338"/>
            <a:ext cx="5319000" cy="8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75" name="Google Shape;1375;p84"/>
          <p:cNvSpPr txBox="1"/>
          <p:nvPr>
            <p:ph hasCustomPrompt="1" idx="2" type="title"/>
          </p:nvPr>
        </p:nvSpPr>
        <p:spPr>
          <a:xfrm>
            <a:off x="3105600" y="1164675"/>
            <a:ext cx="2932800" cy="9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376" name="Google Shape;1376;p84"/>
          <p:cNvSpPr txBox="1"/>
          <p:nvPr>
            <p:ph idx="1" type="subTitle"/>
          </p:nvPr>
        </p:nvSpPr>
        <p:spPr>
          <a:xfrm>
            <a:off x="2815400" y="3123913"/>
            <a:ext cx="3513300" cy="43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77" name="Google Shape;1377;p84"/>
          <p:cNvSpPr/>
          <p:nvPr/>
        </p:nvSpPr>
        <p:spPr>
          <a:xfrm rot="10800000">
            <a:off x="-260192" y="3285293"/>
            <a:ext cx="4058317" cy="1729782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84"/>
          <p:cNvSpPr/>
          <p:nvPr/>
        </p:nvSpPr>
        <p:spPr>
          <a:xfrm rot="10800000">
            <a:off x="158481" y="4429982"/>
            <a:ext cx="4130269" cy="1085168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84"/>
          <p:cNvSpPr/>
          <p:nvPr/>
        </p:nvSpPr>
        <p:spPr>
          <a:xfrm>
            <a:off x="3699725" y="46636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84"/>
          <p:cNvSpPr/>
          <p:nvPr/>
        </p:nvSpPr>
        <p:spPr>
          <a:xfrm>
            <a:off x="1811013" y="438261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84"/>
          <p:cNvSpPr/>
          <p:nvPr/>
        </p:nvSpPr>
        <p:spPr>
          <a:xfrm>
            <a:off x="-332175" y="3703451"/>
            <a:ext cx="2874201" cy="1521816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84"/>
          <p:cNvSpPr/>
          <p:nvPr/>
        </p:nvSpPr>
        <p:spPr>
          <a:xfrm>
            <a:off x="1232025" y="401702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84"/>
          <p:cNvSpPr/>
          <p:nvPr/>
        </p:nvSpPr>
        <p:spPr>
          <a:xfrm>
            <a:off x="108888" y="3007538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84"/>
          <p:cNvSpPr/>
          <p:nvPr/>
        </p:nvSpPr>
        <p:spPr>
          <a:xfrm>
            <a:off x="5365175" y="166613"/>
            <a:ext cx="4058317" cy="1729782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84"/>
          <p:cNvSpPr/>
          <p:nvPr/>
        </p:nvSpPr>
        <p:spPr>
          <a:xfrm>
            <a:off x="4874550" y="-333462"/>
            <a:ext cx="4130269" cy="1085168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84"/>
          <p:cNvSpPr/>
          <p:nvPr/>
        </p:nvSpPr>
        <p:spPr>
          <a:xfrm rot="10800000">
            <a:off x="5365175" y="41931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84"/>
          <p:cNvSpPr/>
          <p:nvPr/>
        </p:nvSpPr>
        <p:spPr>
          <a:xfrm rot="10800000">
            <a:off x="7188788" y="635575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8" name="Google Shape;1388;p84"/>
          <p:cNvSpPr/>
          <p:nvPr/>
        </p:nvSpPr>
        <p:spPr>
          <a:xfrm rot="10800000">
            <a:off x="6621274" y="-43579"/>
            <a:ext cx="2874201" cy="1521816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84"/>
          <p:cNvSpPr/>
          <p:nvPr/>
        </p:nvSpPr>
        <p:spPr>
          <a:xfrm rot="10800000">
            <a:off x="7832875" y="106596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0" name="Google Shape;1390;p84"/>
          <p:cNvSpPr/>
          <p:nvPr/>
        </p:nvSpPr>
        <p:spPr>
          <a:xfrm rot="10800000">
            <a:off x="8890913" y="20106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85"/>
          <p:cNvSpPr txBox="1"/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93" name="Google Shape;1393;p85"/>
          <p:cNvSpPr txBox="1"/>
          <p:nvPr>
            <p:ph idx="1" type="body"/>
          </p:nvPr>
        </p:nvSpPr>
        <p:spPr>
          <a:xfrm>
            <a:off x="540000" y="1028700"/>
            <a:ext cx="8064000" cy="35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200"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1394" name="Google Shape;1394;p85"/>
          <p:cNvGrpSpPr/>
          <p:nvPr/>
        </p:nvGrpSpPr>
        <p:grpSpPr>
          <a:xfrm flipH="1">
            <a:off x="-129749" y="-116300"/>
            <a:ext cx="2684034" cy="1738163"/>
            <a:chOff x="6654501" y="-116300"/>
            <a:chExt cx="2684034" cy="1738163"/>
          </a:xfrm>
        </p:grpSpPr>
        <p:sp>
          <p:nvSpPr>
            <p:cNvPr id="1395" name="Google Shape;1395;p85"/>
            <p:cNvSpPr/>
            <p:nvPr/>
          </p:nvSpPr>
          <p:spPr>
            <a:xfrm>
              <a:off x="6654501" y="-116300"/>
              <a:ext cx="2684034" cy="1535681"/>
            </a:xfrm>
            <a:custGeom>
              <a:rect b="b" l="l" r="r" t="t"/>
              <a:pathLst>
                <a:path extrusionOk="0" h="36451" w="64695">
                  <a:moveTo>
                    <a:pt x="5503" y="0"/>
                  </a:moveTo>
                  <a:cubicBezTo>
                    <a:pt x="2589" y="0"/>
                    <a:pt x="1" y="186"/>
                    <a:pt x="237" y="874"/>
                  </a:cubicBezTo>
                  <a:cubicBezTo>
                    <a:pt x="460" y="1499"/>
                    <a:pt x="4411" y="2169"/>
                    <a:pt x="5259" y="2593"/>
                  </a:cubicBezTo>
                  <a:cubicBezTo>
                    <a:pt x="7178" y="3552"/>
                    <a:pt x="8897" y="4869"/>
                    <a:pt x="10325" y="6454"/>
                  </a:cubicBezTo>
                  <a:cubicBezTo>
                    <a:pt x="13673" y="10092"/>
                    <a:pt x="16619" y="21050"/>
                    <a:pt x="24989" y="22345"/>
                  </a:cubicBezTo>
                  <a:cubicBezTo>
                    <a:pt x="25398" y="22407"/>
                    <a:pt x="25804" y="22437"/>
                    <a:pt x="26206" y="22437"/>
                  </a:cubicBezTo>
                  <a:cubicBezTo>
                    <a:pt x="31849" y="22437"/>
                    <a:pt x="36809" y="16669"/>
                    <a:pt x="38871" y="15314"/>
                  </a:cubicBezTo>
                  <a:cubicBezTo>
                    <a:pt x="39863" y="14681"/>
                    <a:pt x="40996" y="14362"/>
                    <a:pt x="42135" y="14362"/>
                  </a:cubicBezTo>
                  <a:cubicBezTo>
                    <a:pt x="43201" y="14362"/>
                    <a:pt x="44272" y="14642"/>
                    <a:pt x="45232" y="15203"/>
                  </a:cubicBezTo>
                  <a:cubicBezTo>
                    <a:pt x="49027" y="17502"/>
                    <a:pt x="49071" y="22858"/>
                    <a:pt x="50634" y="27010"/>
                  </a:cubicBezTo>
                  <a:cubicBezTo>
                    <a:pt x="52642" y="32143"/>
                    <a:pt x="57307" y="35759"/>
                    <a:pt x="62775" y="36450"/>
                  </a:cubicBezTo>
                  <a:cubicBezTo>
                    <a:pt x="62396" y="25269"/>
                    <a:pt x="63043" y="14065"/>
                    <a:pt x="64694" y="2994"/>
                  </a:cubicBezTo>
                  <a:cubicBezTo>
                    <a:pt x="57530" y="1745"/>
                    <a:pt x="50232" y="1499"/>
                    <a:pt x="42978" y="1254"/>
                  </a:cubicBezTo>
                  <a:cubicBezTo>
                    <a:pt x="32957" y="896"/>
                    <a:pt x="22936" y="562"/>
                    <a:pt x="12914" y="249"/>
                  </a:cubicBezTo>
                  <a:cubicBezTo>
                    <a:pt x="12140" y="215"/>
                    <a:pt x="8634" y="0"/>
                    <a:pt x="55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85"/>
            <p:cNvSpPr/>
            <p:nvPr/>
          </p:nvSpPr>
          <p:spPr>
            <a:xfrm flipH="1" rot="5400000">
              <a:off x="8050932" y="-354518"/>
              <a:ext cx="808131" cy="1493289"/>
            </a:xfrm>
            <a:custGeom>
              <a:rect b="b" l="l" r="r" t="t"/>
              <a:pathLst>
                <a:path extrusionOk="0" h="44420" w="24039">
                  <a:moveTo>
                    <a:pt x="17715" y="1"/>
                  </a:moveTo>
                  <a:cubicBezTo>
                    <a:pt x="16371" y="1"/>
                    <a:pt x="14900" y="541"/>
                    <a:pt x="13704" y="2213"/>
                  </a:cubicBezTo>
                  <a:cubicBezTo>
                    <a:pt x="10848" y="6185"/>
                    <a:pt x="15289" y="12211"/>
                    <a:pt x="13392" y="17300"/>
                  </a:cubicBezTo>
                  <a:cubicBezTo>
                    <a:pt x="11272" y="22947"/>
                    <a:pt x="1" y="24509"/>
                    <a:pt x="1384" y="34262"/>
                  </a:cubicBezTo>
                  <a:cubicBezTo>
                    <a:pt x="2268" y="40412"/>
                    <a:pt x="11808" y="44419"/>
                    <a:pt x="18141" y="44419"/>
                  </a:cubicBezTo>
                  <a:cubicBezTo>
                    <a:pt x="19486" y="44419"/>
                    <a:pt x="20686" y="44239"/>
                    <a:pt x="21628" y="43860"/>
                  </a:cubicBezTo>
                  <a:cubicBezTo>
                    <a:pt x="21918" y="43748"/>
                    <a:pt x="23413" y="36851"/>
                    <a:pt x="23480" y="36048"/>
                  </a:cubicBezTo>
                  <a:cubicBezTo>
                    <a:pt x="24038" y="28549"/>
                    <a:pt x="24016" y="20983"/>
                    <a:pt x="23369" y="13484"/>
                  </a:cubicBezTo>
                  <a:cubicBezTo>
                    <a:pt x="23056" y="9890"/>
                    <a:pt x="22699" y="6252"/>
                    <a:pt x="22186" y="2681"/>
                  </a:cubicBezTo>
                  <a:cubicBezTo>
                    <a:pt x="22052" y="1766"/>
                    <a:pt x="22141" y="2168"/>
                    <a:pt x="21315" y="1320"/>
                  </a:cubicBezTo>
                  <a:cubicBezTo>
                    <a:pt x="20767" y="784"/>
                    <a:pt x="19333" y="1"/>
                    <a:pt x="177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85"/>
            <p:cNvSpPr/>
            <p:nvPr/>
          </p:nvSpPr>
          <p:spPr>
            <a:xfrm rot="10800000">
              <a:off x="7613850" y="-116300"/>
              <a:ext cx="1724676" cy="736904"/>
            </a:xfrm>
            <a:custGeom>
              <a:rect b="b" l="l" r="r" t="t"/>
              <a:pathLst>
                <a:path extrusionOk="0" h="61524" w="143993">
                  <a:moveTo>
                    <a:pt x="25900" y="1"/>
                  </a:moveTo>
                  <a:cubicBezTo>
                    <a:pt x="11671" y="1"/>
                    <a:pt x="1" y="8596"/>
                    <a:pt x="1" y="8596"/>
                  </a:cubicBezTo>
                  <a:lnTo>
                    <a:pt x="186" y="61523"/>
                  </a:lnTo>
                  <a:lnTo>
                    <a:pt x="143993" y="61523"/>
                  </a:lnTo>
                  <a:cubicBezTo>
                    <a:pt x="138074" y="43327"/>
                    <a:pt x="128448" y="39288"/>
                    <a:pt x="117124" y="39288"/>
                  </a:cubicBezTo>
                  <a:cubicBezTo>
                    <a:pt x="108085" y="39288"/>
                    <a:pt x="97965" y="41861"/>
                    <a:pt x="87783" y="41861"/>
                  </a:cubicBezTo>
                  <a:cubicBezTo>
                    <a:pt x="83897" y="41861"/>
                    <a:pt x="80003" y="41486"/>
                    <a:pt x="76156" y="40451"/>
                  </a:cubicBezTo>
                  <a:cubicBezTo>
                    <a:pt x="58842" y="35830"/>
                    <a:pt x="64326" y="18763"/>
                    <a:pt x="43685" y="5269"/>
                  </a:cubicBezTo>
                  <a:cubicBezTo>
                    <a:pt x="37737" y="1386"/>
                    <a:pt x="31612" y="1"/>
                    <a:pt x="259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85"/>
            <p:cNvSpPr/>
            <p:nvPr/>
          </p:nvSpPr>
          <p:spPr>
            <a:xfrm>
              <a:off x="7365463" y="107038"/>
              <a:ext cx="163500" cy="163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85"/>
            <p:cNvSpPr/>
            <p:nvPr/>
          </p:nvSpPr>
          <p:spPr>
            <a:xfrm>
              <a:off x="8469625" y="775288"/>
              <a:ext cx="98400" cy="9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85"/>
            <p:cNvSpPr/>
            <p:nvPr/>
          </p:nvSpPr>
          <p:spPr>
            <a:xfrm>
              <a:off x="8942775" y="1523163"/>
              <a:ext cx="98400" cy="98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1" name="Google Shape;1401;p85"/>
          <p:cNvGrpSpPr/>
          <p:nvPr/>
        </p:nvGrpSpPr>
        <p:grpSpPr>
          <a:xfrm>
            <a:off x="6806901" y="-116300"/>
            <a:ext cx="2684034" cy="1738163"/>
            <a:chOff x="6654501" y="-116300"/>
            <a:chExt cx="2684034" cy="1738163"/>
          </a:xfrm>
        </p:grpSpPr>
        <p:sp>
          <p:nvSpPr>
            <p:cNvPr id="1402" name="Google Shape;1402;p85"/>
            <p:cNvSpPr/>
            <p:nvPr/>
          </p:nvSpPr>
          <p:spPr>
            <a:xfrm>
              <a:off x="6654501" y="-116300"/>
              <a:ext cx="2684034" cy="1535681"/>
            </a:xfrm>
            <a:custGeom>
              <a:rect b="b" l="l" r="r" t="t"/>
              <a:pathLst>
                <a:path extrusionOk="0" h="36451" w="64695">
                  <a:moveTo>
                    <a:pt x="5503" y="0"/>
                  </a:moveTo>
                  <a:cubicBezTo>
                    <a:pt x="2589" y="0"/>
                    <a:pt x="1" y="186"/>
                    <a:pt x="237" y="874"/>
                  </a:cubicBezTo>
                  <a:cubicBezTo>
                    <a:pt x="460" y="1499"/>
                    <a:pt x="4411" y="2169"/>
                    <a:pt x="5259" y="2593"/>
                  </a:cubicBezTo>
                  <a:cubicBezTo>
                    <a:pt x="7178" y="3552"/>
                    <a:pt x="8897" y="4869"/>
                    <a:pt x="10325" y="6454"/>
                  </a:cubicBezTo>
                  <a:cubicBezTo>
                    <a:pt x="13673" y="10092"/>
                    <a:pt x="16619" y="21050"/>
                    <a:pt x="24989" y="22345"/>
                  </a:cubicBezTo>
                  <a:cubicBezTo>
                    <a:pt x="25398" y="22407"/>
                    <a:pt x="25804" y="22437"/>
                    <a:pt x="26206" y="22437"/>
                  </a:cubicBezTo>
                  <a:cubicBezTo>
                    <a:pt x="31849" y="22437"/>
                    <a:pt x="36809" y="16669"/>
                    <a:pt x="38871" y="15314"/>
                  </a:cubicBezTo>
                  <a:cubicBezTo>
                    <a:pt x="39863" y="14681"/>
                    <a:pt x="40996" y="14362"/>
                    <a:pt x="42135" y="14362"/>
                  </a:cubicBezTo>
                  <a:cubicBezTo>
                    <a:pt x="43201" y="14362"/>
                    <a:pt x="44272" y="14642"/>
                    <a:pt x="45232" y="15203"/>
                  </a:cubicBezTo>
                  <a:cubicBezTo>
                    <a:pt x="49027" y="17502"/>
                    <a:pt x="49071" y="22858"/>
                    <a:pt x="50634" y="27010"/>
                  </a:cubicBezTo>
                  <a:cubicBezTo>
                    <a:pt x="52642" y="32143"/>
                    <a:pt x="57307" y="35759"/>
                    <a:pt x="62775" y="36450"/>
                  </a:cubicBezTo>
                  <a:cubicBezTo>
                    <a:pt x="62396" y="25269"/>
                    <a:pt x="63043" y="14065"/>
                    <a:pt x="64694" y="2994"/>
                  </a:cubicBezTo>
                  <a:cubicBezTo>
                    <a:pt x="57530" y="1745"/>
                    <a:pt x="50232" y="1499"/>
                    <a:pt x="42978" y="1254"/>
                  </a:cubicBezTo>
                  <a:cubicBezTo>
                    <a:pt x="32957" y="896"/>
                    <a:pt x="22936" y="562"/>
                    <a:pt x="12914" y="249"/>
                  </a:cubicBezTo>
                  <a:cubicBezTo>
                    <a:pt x="12140" y="215"/>
                    <a:pt x="8634" y="0"/>
                    <a:pt x="55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85"/>
            <p:cNvSpPr/>
            <p:nvPr/>
          </p:nvSpPr>
          <p:spPr>
            <a:xfrm flipH="1" rot="5400000">
              <a:off x="8050932" y="-354518"/>
              <a:ext cx="808131" cy="1493289"/>
            </a:xfrm>
            <a:custGeom>
              <a:rect b="b" l="l" r="r" t="t"/>
              <a:pathLst>
                <a:path extrusionOk="0" h="44420" w="24039">
                  <a:moveTo>
                    <a:pt x="17715" y="1"/>
                  </a:moveTo>
                  <a:cubicBezTo>
                    <a:pt x="16371" y="1"/>
                    <a:pt x="14900" y="541"/>
                    <a:pt x="13704" y="2213"/>
                  </a:cubicBezTo>
                  <a:cubicBezTo>
                    <a:pt x="10848" y="6185"/>
                    <a:pt x="15289" y="12211"/>
                    <a:pt x="13392" y="17300"/>
                  </a:cubicBezTo>
                  <a:cubicBezTo>
                    <a:pt x="11272" y="22947"/>
                    <a:pt x="1" y="24509"/>
                    <a:pt x="1384" y="34262"/>
                  </a:cubicBezTo>
                  <a:cubicBezTo>
                    <a:pt x="2268" y="40412"/>
                    <a:pt x="11808" y="44419"/>
                    <a:pt x="18141" y="44419"/>
                  </a:cubicBezTo>
                  <a:cubicBezTo>
                    <a:pt x="19486" y="44419"/>
                    <a:pt x="20686" y="44239"/>
                    <a:pt x="21628" y="43860"/>
                  </a:cubicBezTo>
                  <a:cubicBezTo>
                    <a:pt x="21918" y="43748"/>
                    <a:pt x="23413" y="36851"/>
                    <a:pt x="23480" y="36048"/>
                  </a:cubicBezTo>
                  <a:cubicBezTo>
                    <a:pt x="24038" y="28549"/>
                    <a:pt x="24016" y="20983"/>
                    <a:pt x="23369" y="13484"/>
                  </a:cubicBezTo>
                  <a:cubicBezTo>
                    <a:pt x="23056" y="9890"/>
                    <a:pt x="22699" y="6252"/>
                    <a:pt x="22186" y="2681"/>
                  </a:cubicBezTo>
                  <a:cubicBezTo>
                    <a:pt x="22052" y="1766"/>
                    <a:pt x="22141" y="2168"/>
                    <a:pt x="21315" y="1320"/>
                  </a:cubicBezTo>
                  <a:cubicBezTo>
                    <a:pt x="20767" y="784"/>
                    <a:pt x="19333" y="1"/>
                    <a:pt x="177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85"/>
            <p:cNvSpPr/>
            <p:nvPr/>
          </p:nvSpPr>
          <p:spPr>
            <a:xfrm rot="10800000">
              <a:off x="7613850" y="-116300"/>
              <a:ext cx="1724676" cy="736904"/>
            </a:xfrm>
            <a:custGeom>
              <a:rect b="b" l="l" r="r" t="t"/>
              <a:pathLst>
                <a:path extrusionOk="0" h="61524" w="143993">
                  <a:moveTo>
                    <a:pt x="25900" y="1"/>
                  </a:moveTo>
                  <a:cubicBezTo>
                    <a:pt x="11671" y="1"/>
                    <a:pt x="1" y="8596"/>
                    <a:pt x="1" y="8596"/>
                  </a:cubicBezTo>
                  <a:lnTo>
                    <a:pt x="186" y="61523"/>
                  </a:lnTo>
                  <a:lnTo>
                    <a:pt x="143993" y="61523"/>
                  </a:lnTo>
                  <a:cubicBezTo>
                    <a:pt x="138074" y="43327"/>
                    <a:pt x="128448" y="39288"/>
                    <a:pt x="117124" y="39288"/>
                  </a:cubicBezTo>
                  <a:cubicBezTo>
                    <a:pt x="108085" y="39288"/>
                    <a:pt x="97965" y="41861"/>
                    <a:pt x="87783" y="41861"/>
                  </a:cubicBezTo>
                  <a:cubicBezTo>
                    <a:pt x="83897" y="41861"/>
                    <a:pt x="80003" y="41486"/>
                    <a:pt x="76156" y="40451"/>
                  </a:cubicBezTo>
                  <a:cubicBezTo>
                    <a:pt x="58842" y="35830"/>
                    <a:pt x="64326" y="18763"/>
                    <a:pt x="43685" y="5269"/>
                  </a:cubicBezTo>
                  <a:cubicBezTo>
                    <a:pt x="37737" y="1386"/>
                    <a:pt x="31612" y="1"/>
                    <a:pt x="259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85"/>
            <p:cNvSpPr/>
            <p:nvPr/>
          </p:nvSpPr>
          <p:spPr>
            <a:xfrm>
              <a:off x="7365463" y="107038"/>
              <a:ext cx="163500" cy="163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85"/>
            <p:cNvSpPr/>
            <p:nvPr/>
          </p:nvSpPr>
          <p:spPr>
            <a:xfrm>
              <a:off x="8469625" y="775288"/>
              <a:ext cx="98400" cy="9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85"/>
            <p:cNvSpPr/>
            <p:nvPr/>
          </p:nvSpPr>
          <p:spPr>
            <a:xfrm>
              <a:off x="8942775" y="1523163"/>
              <a:ext cx="98400" cy="98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86"/>
          <p:cNvSpPr txBox="1"/>
          <p:nvPr>
            <p:ph idx="1" type="subTitle"/>
          </p:nvPr>
        </p:nvSpPr>
        <p:spPr>
          <a:xfrm>
            <a:off x="5069450" y="2590588"/>
            <a:ext cx="28848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410" name="Google Shape;1410;p86"/>
          <p:cNvSpPr txBox="1"/>
          <p:nvPr>
            <p:ph idx="2" type="subTitle"/>
          </p:nvPr>
        </p:nvSpPr>
        <p:spPr>
          <a:xfrm>
            <a:off x="5069400" y="2882600"/>
            <a:ext cx="2884800" cy="7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11" name="Google Shape;1411;p86"/>
          <p:cNvSpPr txBox="1"/>
          <p:nvPr>
            <p:ph idx="3" type="subTitle"/>
          </p:nvPr>
        </p:nvSpPr>
        <p:spPr>
          <a:xfrm>
            <a:off x="1189788" y="2590588"/>
            <a:ext cx="28848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412" name="Google Shape;1412;p86"/>
          <p:cNvSpPr txBox="1"/>
          <p:nvPr>
            <p:ph idx="4" type="subTitle"/>
          </p:nvPr>
        </p:nvSpPr>
        <p:spPr>
          <a:xfrm>
            <a:off x="1189800" y="2882600"/>
            <a:ext cx="2884800" cy="7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13" name="Google Shape;1413;p86"/>
          <p:cNvSpPr/>
          <p:nvPr/>
        </p:nvSpPr>
        <p:spPr>
          <a:xfrm rot="10376871">
            <a:off x="-495921" y="-203555"/>
            <a:ext cx="4143688" cy="1411694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4" name="Google Shape;1414;p86"/>
          <p:cNvSpPr/>
          <p:nvPr/>
        </p:nvSpPr>
        <p:spPr>
          <a:xfrm>
            <a:off x="3812651" y="348974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86"/>
          <p:cNvSpPr/>
          <p:nvPr/>
        </p:nvSpPr>
        <p:spPr>
          <a:xfrm>
            <a:off x="593226" y="838649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86"/>
          <p:cNvSpPr/>
          <p:nvPr/>
        </p:nvSpPr>
        <p:spPr>
          <a:xfrm>
            <a:off x="4418776" y="63342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86"/>
          <p:cNvSpPr/>
          <p:nvPr/>
        </p:nvSpPr>
        <p:spPr>
          <a:xfrm>
            <a:off x="2981851" y="25027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p86"/>
          <p:cNvSpPr/>
          <p:nvPr/>
        </p:nvSpPr>
        <p:spPr>
          <a:xfrm flipH="1">
            <a:off x="-201027" y="-164602"/>
            <a:ext cx="3007352" cy="1244123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9" name="Google Shape;1419;p86"/>
          <p:cNvSpPr/>
          <p:nvPr/>
        </p:nvSpPr>
        <p:spPr>
          <a:xfrm rot="10800000">
            <a:off x="-259611" y="-297078"/>
            <a:ext cx="2457436" cy="930503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86"/>
          <p:cNvSpPr/>
          <p:nvPr/>
        </p:nvSpPr>
        <p:spPr>
          <a:xfrm rot="-448972">
            <a:off x="5418223" y="3906226"/>
            <a:ext cx="4114989" cy="1394558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86"/>
          <p:cNvSpPr/>
          <p:nvPr/>
        </p:nvSpPr>
        <p:spPr>
          <a:xfrm rot="10800000">
            <a:off x="4710711" y="4724448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2" name="Google Shape;1422;p86"/>
          <p:cNvSpPr/>
          <p:nvPr/>
        </p:nvSpPr>
        <p:spPr>
          <a:xfrm rot="10800000">
            <a:off x="8391336" y="4168473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86"/>
          <p:cNvSpPr/>
          <p:nvPr/>
        </p:nvSpPr>
        <p:spPr>
          <a:xfrm rot="10800000">
            <a:off x="5390761" y="416847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86"/>
          <p:cNvSpPr/>
          <p:nvPr/>
        </p:nvSpPr>
        <p:spPr>
          <a:xfrm rot="10800000">
            <a:off x="6002711" y="4756848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86"/>
          <p:cNvSpPr/>
          <p:nvPr/>
        </p:nvSpPr>
        <p:spPr>
          <a:xfrm flipH="1" rot="10800000">
            <a:off x="6276637" y="4026301"/>
            <a:ext cx="3007352" cy="1244123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p86"/>
          <p:cNvSpPr/>
          <p:nvPr/>
        </p:nvSpPr>
        <p:spPr>
          <a:xfrm>
            <a:off x="6885137" y="4472397"/>
            <a:ext cx="2457436" cy="930503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87"/>
          <p:cNvSpPr txBox="1"/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429" name="Google Shape;1429;p87"/>
          <p:cNvSpPr/>
          <p:nvPr/>
        </p:nvSpPr>
        <p:spPr>
          <a:xfrm>
            <a:off x="6082076" y="-118290"/>
            <a:ext cx="3204343" cy="1651139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87"/>
          <p:cNvSpPr/>
          <p:nvPr/>
        </p:nvSpPr>
        <p:spPr>
          <a:xfrm rot="10800000">
            <a:off x="6965676" y="-72669"/>
            <a:ext cx="2420522" cy="1034218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1" name="Google Shape;1431;p87"/>
          <p:cNvSpPr/>
          <p:nvPr/>
        </p:nvSpPr>
        <p:spPr>
          <a:xfrm flipH="1" rot="10484947">
            <a:off x="7999385" y="-411807"/>
            <a:ext cx="1843431" cy="869285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87"/>
          <p:cNvSpPr/>
          <p:nvPr/>
        </p:nvSpPr>
        <p:spPr>
          <a:xfrm rot="10800000">
            <a:off x="7222138" y="45824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87"/>
          <p:cNvSpPr/>
          <p:nvPr/>
        </p:nvSpPr>
        <p:spPr>
          <a:xfrm rot="10800000">
            <a:off x="8177150" y="69715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4" name="Google Shape;1434;p87"/>
          <p:cNvSpPr/>
          <p:nvPr/>
        </p:nvSpPr>
        <p:spPr>
          <a:xfrm rot="10800000">
            <a:off x="8947925" y="158193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435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p88"/>
          <p:cNvSpPr txBox="1"/>
          <p:nvPr>
            <p:ph type="title"/>
          </p:nvPr>
        </p:nvSpPr>
        <p:spPr>
          <a:xfrm>
            <a:off x="478950" y="1922950"/>
            <a:ext cx="4860000" cy="8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37" name="Google Shape;1437;p88"/>
          <p:cNvSpPr txBox="1"/>
          <p:nvPr>
            <p:ph idx="1" type="subTitle"/>
          </p:nvPr>
        </p:nvSpPr>
        <p:spPr>
          <a:xfrm>
            <a:off x="479050" y="2757125"/>
            <a:ext cx="4860000" cy="49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38" name="Google Shape;1438;p88"/>
          <p:cNvSpPr/>
          <p:nvPr/>
        </p:nvSpPr>
        <p:spPr>
          <a:xfrm rot="-10667561">
            <a:off x="305871" y="4396335"/>
            <a:ext cx="4818716" cy="780968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88"/>
          <p:cNvSpPr/>
          <p:nvPr/>
        </p:nvSpPr>
        <p:spPr>
          <a:xfrm rot="10800000">
            <a:off x="402459" y="4303597"/>
            <a:ext cx="2393629" cy="966464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88"/>
          <p:cNvSpPr/>
          <p:nvPr/>
        </p:nvSpPr>
        <p:spPr>
          <a:xfrm>
            <a:off x="-272112" y="4159112"/>
            <a:ext cx="2096898" cy="98915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88"/>
          <p:cNvSpPr/>
          <p:nvPr/>
        </p:nvSpPr>
        <p:spPr>
          <a:xfrm>
            <a:off x="5246676" y="4820774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88"/>
          <p:cNvSpPr/>
          <p:nvPr/>
        </p:nvSpPr>
        <p:spPr>
          <a:xfrm>
            <a:off x="402451" y="3952199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88"/>
          <p:cNvSpPr/>
          <p:nvPr/>
        </p:nvSpPr>
        <p:spPr>
          <a:xfrm>
            <a:off x="1153051" y="439062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88"/>
          <p:cNvSpPr/>
          <p:nvPr/>
        </p:nvSpPr>
        <p:spPr>
          <a:xfrm>
            <a:off x="2859751" y="473747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88"/>
          <p:cNvSpPr/>
          <p:nvPr/>
        </p:nvSpPr>
        <p:spPr>
          <a:xfrm flipH="1" rot="-132439">
            <a:off x="305871" y="-39916"/>
            <a:ext cx="4818716" cy="780968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6" name="Google Shape;1446;p88"/>
          <p:cNvSpPr/>
          <p:nvPr/>
        </p:nvSpPr>
        <p:spPr>
          <a:xfrm flipH="1">
            <a:off x="402459" y="-132676"/>
            <a:ext cx="2393629" cy="966464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7" name="Google Shape;1447;p88"/>
          <p:cNvSpPr/>
          <p:nvPr/>
        </p:nvSpPr>
        <p:spPr>
          <a:xfrm flipH="1" rot="10800000">
            <a:off x="-272112" y="-10878"/>
            <a:ext cx="2096898" cy="98915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88"/>
          <p:cNvSpPr/>
          <p:nvPr/>
        </p:nvSpPr>
        <p:spPr>
          <a:xfrm flipH="1" rot="10800000">
            <a:off x="402451" y="1086487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p88"/>
          <p:cNvSpPr/>
          <p:nvPr/>
        </p:nvSpPr>
        <p:spPr>
          <a:xfrm flipH="1" rot="10800000">
            <a:off x="1153051" y="648062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0" name="Google Shape;1450;p88"/>
          <p:cNvSpPr/>
          <p:nvPr/>
        </p:nvSpPr>
        <p:spPr>
          <a:xfrm flipH="1" rot="10800000">
            <a:off x="2859751" y="301212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1" name="Google Shape;1451;p88"/>
          <p:cNvSpPr/>
          <p:nvPr/>
        </p:nvSpPr>
        <p:spPr>
          <a:xfrm flipH="1" rot="10800000">
            <a:off x="5246676" y="153112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89"/>
          <p:cNvSpPr txBox="1"/>
          <p:nvPr>
            <p:ph type="title"/>
          </p:nvPr>
        </p:nvSpPr>
        <p:spPr>
          <a:xfrm>
            <a:off x="1388100" y="1076025"/>
            <a:ext cx="6367800" cy="28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95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54" name="Google Shape;1454;p89"/>
          <p:cNvSpPr/>
          <p:nvPr/>
        </p:nvSpPr>
        <p:spPr>
          <a:xfrm flipH="1">
            <a:off x="-426404" y="-84700"/>
            <a:ext cx="6890071" cy="880003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" name="Google Shape;1455;p89"/>
          <p:cNvSpPr/>
          <p:nvPr/>
        </p:nvSpPr>
        <p:spPr>
          <a:xfrm rot="10800000">
            <a:off x="-294784" y="-365201"/>
            <a:ext cx="3086654" cy="972101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89"/>
          <p:cNvSpPr/>
          <p:nvPr/>
        </p:nvSpPr>
        <p:spPr>
          <a:xfrm rot="-5400147">
            <a:off x="232464" y="-691625"/>
            <a:ext cx="1404839" cy="2093848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7" name="Google Shape;1457;p89"/>
          <p:cNvSpPr/>
          <p:nvPr/>
        </p:nvSpPr>
        <p:spPr>
          <a:xfrm flipH="1">
            <a:off x="683516" y="606900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8" name="Google Shape;1458;p89"/>
          <p:cNvSpPr/>
          <p:nvPr/>
        </p:nvSpPr>
        <p:spPr>
          <a:xfrm flipH="1">
            <a:off x="2476066" y="6665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p89"/>
          <p:cNvSpPr/>
          <p:nvPr/>
        </p:nvSpPr>
        <p:spPr>
          <a:xfrm flipH="1">
            <a:off x="3173616" y="244725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89"/>
          <p:cNvSpPr/>
          <p:nvPr/>
        </p:nvSpPr>
        <p:spPr>
          <a:xfrm flipH="1">
            <a:off x="6566441" y="273550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1" name="Google Shape;1461;p89"/>
          <p:cNvSpPr/>
          <p:nvPr/>
        </p:nvSpPr>
        <p:spPr>
          <a:xfrm flipH="1" rot="10800000">
            <a:off x="2631095" y="4430364"/>
            <a:ext cx="6890071" cy="880003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2" name="Google Shape;1462;p89"/>
          <p:cNvSpPr/>
          <p:nvPr/>
        </p:nvSpPr>
        <p:spPr>
          <a:xfrm>
            <a:off x="6302893" y="4618767"/>
            <a:ext cx="3086654" cy="972101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3" name="Google Shape;1463;p89"/>
          <p:cNvSpPr/>
          <p:nvPr/>
        </p:nvSpPr>
        <p:spPr>
          <a:xfrm rot="5399853">
            <a:off x="7457460" y="3823444"/>
            <a:ext cx="1404839" cy="2093848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p89"/>
          <p:cNvSpPr/>
          <p:nvPr/>
        </p:nvSpPr>
        <p:spPr>
          <a:xfrm flipH="1" rot="10800000">
            <a:off x="8312846" y="4520067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5" name="Google Shape;1465;p89"/>
          <p:cNvSpPr/>
          <p:nvPr/>
        </p:nvSpPr>
        <p:spPr>
          <a:xfrm flipH="1" rot="10800000">
            <a:off x="6455196" y="4395617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p89"/>
          <p:cNvSpPr/>
          <p:nvPr/>
        </p:nvSpPr>
        <p:spPr>
          <a:xfrm flipH="1" rot="10800000">
            <a:off x="5822746" y="4882242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7" name="Google Shape;1467;p89"/>
          <p:cNvSpPr/>
          <p:nvPr/>
        </p:nvSpPr>
        <p:spPr>
          <a:xfrm flipH="1" rot="10800000">
            <a:off x="8749921" y="4232117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8" name="Google Shape;1468;p89"/>
          <p:cNvSpPr/>
          <p:nvPr/>
        </p:nvSpPr>
        <p:spPr>
          <a:xfrm flipH="1" rot="10800000">
            <a:off x="2364821" y="4788617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" name="Google Shape;1469;p89"/>
          <p:cNvSpPr/>
          <p:nvPr/>
        </p:nvSpPr>
        <p:spPr>
          <a:xfrm flipH="1">
            <a:off x="181341" y="8300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90"/>
          <p:cNvSpPr txBox="1"/>
          <p:nvPr>
            <p:ph type="title"/>
          </p:nvPr>
        </p:nvSpPr>
        <p:spPr>
          <a:xfrm>
            <a:off x="2141950" y="1922950"/>
            <a:ext cx="4860000" cy="8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72" name="Google Shape;1472;p90"/>
          <p:cNvSpPr txBox="1"/>
          <p:nvPr>
            <p:ph idx="1" type="subTitle"/>
          </p:nvPr>
        </p:nvSpPr>
        <p:spPr>
          <a:xfrm>
            <a:off x="2142050" y="2757125"/>
            <a:ext cx="4860000" cy="49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73" name="Google Shape;1473;p90"/>
          <p:cNvSpPr/>
          <p:nvPr/>
        </p:nvSpPr>
        <p:spPr>
          <a:xfrm flipH="1" rot="10800000">
            <a:off x="5365175" y="3285293"/>
            <a:ext cx="4058317" cy="1729782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90"/>
          <p:cNvSpPr/>
          <p:nvPr/>
        </p:nvSpPr>
        <p:spPr>
          <a:xfrm flipH="1" rot="10800000">
            <a:off x="4874550" y="4429982"/>
            <a:ext cx="4130269" cy="1085168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90"/>
          <p:cNvSpPr/>
          <p:nvPr/>
        </p:nvSpPr>
        <p:spPr>
          <a:xfrm flipH="1">
            <a:off x="5365175" y="46636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90"/>
          <p:cNvSpPr/>
          <p:nvPr/>
        </p:nvSpPr>
        <p:spPr>
          <a:xfrm flipH="1">
            <a:off x="7188788" y="438261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90"/>
          <p:cNvSpPr/>
          <p:nvPr/>
        </p:nvSpPr>
        <p:spPr>
          <a:xfrm flipH="1">
            <a:off x="6621274" y="3703451"/>
            <a:ext cx="2874201" cy="1521816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Google Shape;1478;p90"/>
          <p:cNvSpPr/>
          <p:nvPr/>
        </p:nvSpPr>
        <p:spPr>
          <a:xfrm flipH="1">
            <a:off x="7832875" y="401702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9" name="Google Shape;1479;p90"/>
          <p:cNvSpPr/>
          <p:nvPr/>
        </p:nvSpPr>
        <p:spPr>
          <a:xfrm flipH="1">
            <a:off x="8890913" y="3007538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90"/>
          <p:cNvSpPr/>
          <p:nvPr/>
        </p:nvSpPr>
        <p:spPr>
          <a:xfrm flipH="1">
            <a:off x="-260192" y="166613"/>
            <a:ext cx="4058317" cy="1729782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p90"/>
          <p:cNvSpPr/>
          <p:nvPr/>
        </p:nvSpPr>
        <p:spPr>
          <a:xfrm flipH="1">
            <a:off x="158481" y="-333462"/>
            <a:ext cx="4130269" cy="1085168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2" name="Google Shape;1482;p90"/>
          <p:cNvSpPr/>
          <p:nvPr/>
        </p:nvSpPr>
        <p:spPr>
          <a:xfrm flipH="1" rot="10800000">
            <a:off x="3699725" y="41931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3" name="Google Shape;1483;p90"/>
          <p:cNvSpPr/>
          <p:nvPr/>
        </p:nvSpPr>
        <p:spPr>
          <a:xfrm flipH="1" rot="10800000">
            <a:off x="1811013" y="635575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p90"/>
          <p:cNvSpPr/>
          <p:nvPr/>
        </p:nvSpPr>
        <p:spPr>
          <a:xfrm flipH="1" rot="10800000">
            <a:off x="-332175" y="-43579"/>
            <a:ext cx="2874201" cy="1521816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90"/>
          <p:cNvSpPr/>
          <p:nvPr/>
        </p:nvSpPr>
        <p:spPr>
          <a:xfrm flipH="1" rot="10800000">
            <a:off x="1232025" y="106596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6" name="Google Shape;1486;p90"/>
          <p:cNvSpPr/>
          <p:nvPr/>
        </p:nvSpPr>
        <p:spPr>
          <a:xfrm flipH="1" rot="10800000">
            <a:off x="108888" y="20106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p91"/>
          <p:cNvSpPr txBox="1"/>
          <p:nvPr>
            <p:ph idx="1" type="body"/>
          </p:nvPr>
        </p:nvSpPr>
        <p:spPr>
          <a:xfrm>
            <a:off x="540000" y="540000"/>
            <a:ext cx="3590400" cy="90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30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</a:lstStyle>
          <a:p/>
        </p:txBody>
      </p:sp>
      <p:sp>
        <p:nvSpPr>
          <p:cNvPr id="1489" name="Google Shape;1489;p91"/>
          <p:cNvSpPr/>
          <p:nvPr/>
        </p:nvSpPr>
        <p:spPr>
          <a:xfrm flipH="1">
            <a:off x="3426309" y="3056502"/>
            <a:ext cx="5986869" cy="212719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p91"/>
          <p:cNvSpPr/>
          <p:nvPr/>
        </p:nvSpPr>
        <p:spPr>
          <a:xfrm flipH="1" rot="10800000">
            <a:off x="5737690" y="3381530"/>
            <a:ext cx="3675485" cy="1893812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91"/>
          <p:cNvSpPr/>
          <p:nvPr/>
        </p:nvSpPr>
        <p:spPr>
          <a:xfrm rot="315040">
            <a:off x="7305814" y="4459737"/>
            <a:ext cx="2114446" cy="997085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2" name="Google Shape;1492;p91"/>
          <p:cNvSpPr/>
          <p:nvPr/>
        </p:nvSpPr>
        <p:spPr>
          <a:xfrm flipH="1">
            <a:off x="5699552" y="478436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p91"/>
          <p:cNvSpPr/>
          <p:nvPr/>
        </p:nvSpPr>
        <p:spPr>
          <a:xfrm flipH="1">
            <a:off x="8043764" y="39431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p91"/>
          <p:cNvSpPr/>
          <p:nvPr/>
        </p:nvSpPr>
        <p:spPr>
          <a:xfrm flipH="1">
            <a:off x="8476477" y="342716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p91"/>
          <p:cNvSpPr/>
          <p:nvPr/>
        </p:nvSpPr>
        <p:spPr>
          <a:xfrm flipH="1">
            <a:off x="7442277" y="3557038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92"/>
          <p:cNvSpPr txBox="1"/>
          <p:nvPr>
            <p:ph hasCustomPrompt="1" type="title"/>
          </p:nvPr>
        </p:nvSpPr>
        <p:spPr>
          <a:xfrm>
            <a:off x="1217350" y="1604400"/>
            <a:ext cx="6709200" cy="14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498" name="Google Shape;1498;p92"/>
          <p:cNvSpPr txBox="1"/>
          <p:nvPr>
            <p:ph idx="1" type="body"/>
          </p:nvPr>
        </p:nvSpPr>
        <p:spPr>
          <a:xfrm>
            <a:off x="1668825" y="3087600"/>
            <a:ext cx="5806200" cy="4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99" name="Google Shape;1499;p92"/>
          <p:cNvSpPr/>
          <p:nvPr/>
        </p:nvSpPr>
        <p:spPr>
          <a:xfrm flipH="1" rot="10800000">
            <a:off x="2527149" y="4367365"/>
            <a:ext cx="6890071" cy="880003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0" name="Google Shape;1500;p92"/>
          <p:cNvSpPr/>
          <p:nvPr/>
        </p:nvSpPr>
        <p:spPr>
          <a:xfrm>
            <a:off x="6198946" y="4555768"/>
            <a:ext cx="3086654" cy="972101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92"/>
          <p:cNvSpPr/>
          <p:nvPr/>
        </p:nvSpPr>
        <p:spPr>
          <a:xfrm flipH="1" rot="-7520738">
            <a:off x="7812289" y="3760467"/>
            <a:ext cx="1404819" cy="2093810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2" name="Google Shape;1502;p92"/>
          <p:cNvSpPr/>
          <p:nvPr/>
        </p:nvSpPr>
        <p:spPr>
          <a:xfrm flipH="1">
            <a:off x="5018091" y="4725625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3" name="Google Shape;1503;p92"/>
          <p:cNvSpPr/>
          <p:nvPr/>
        </p:nvSpPr>
        <p:spPr>
          <a:xfrm flipH="1">
            <a:off x="7887341" y="4554150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4" name="Google Shape;1504;p92"/>
          <p:cNvSpPr/>
          <p:nvPr/>
        </p:nvSpPr>
        <p:spPr>
          <a:xfrm flipH="1">
            <a:off x="8652966" y="3628775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92"/>
          <p:cNvSpPr/>
          <p:nvPr/>
        </p:nvSpPr>
        <p:spPr>
          <a:xfrm flipH="1">
            <a:off x="7477516" y="4367375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92"/>
          <p:cNvSpPr/>
          <p:nvPr/>
        </p:nvSpPr>
        <p:spPr>
          <a:xfrm flipH="1">
            <a:off x="-426404" y="-84700"/>
            <a:ext cx="6890071" cy="880003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92"/>
          <p:cNvSpPr/>
          <p:nvPr/>
        </p:nvSpPr>
        <p:spPr>
          <a:xfrm rot="10800000">
            <a:off x="-294784" y="-365201"/>
            <a:ext cx="3086654" cy="972101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92"/>
          <p:cNvSpPr/>
          <p:nvPr/>
        </p:nvSpPr>
        <p:spPr>
          <a:xfrm flipH="1" rot="3279262">
            <a:off x="-226292" y="-691608"/>
            <a:ext cx="1404819" cy="2093810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92"/>
          <p:cNvSpPr/>
          <p:nvPr/>
        </p:nvSpPr>
        <p:spPr>
          <a:xfrm flipH="1">
            <a:off x="885666" y="606900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92"/>
          <p:cNvSpPr/>
          <p:nvPr/>
        </p:nvSpPr>
        <p:spPr>
          <a:xfrm flipH="1">
            <a:off x="2476066" y="6665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92"/>
          <p:cNvSpPr/>
          <p:nvPr/>
        </p:nvSpPr>
        <p:spPr>
          <a:xfrm flipH="1">
            <a:off x="82941" y="1435200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tents">
  <p:cSld name="CUSTOM"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p94"/>
          <p:cNvSpPr txBox="1"/>
          <p:nvPr>
            <p:ph type="title"/>
          </p:nvPr>
        </p:nvSpPr>
        <p:spPr>
          <a:xfrm>
            <a:off x="2727000" y="363275"/>
            <a:ext cx="369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515" name="Google Shape;1515;p94"/>
          <p:cNvSpPr txBox="1"/>
          <p:nvPr>
            <p:ph idx="1" type="subTitle"/>
          </p:nvPr>
        </p:nvSpPr>
        <p:spPr>
          <a:xfrm>
            <a:off x="4379650" y="1868975"/>
            <a:ext cx="3830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516" name="Google Shape;1516;p94"/>
          <p:cNvSpPr txBox="1"/>
          <p:nvPr>
            <p:ph idx="2" type="subTitle"/>
          </p:nvPr>
        </p:nvSpPr>
        <p:spPr>
          <a:xfrm>
            <a:off x="5051588" y="2188088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17" name="Google Shape;1517;p94"/>
          <p:cNvSpPr txBox="1"/>
          <p:nvPr>
            <p:ph idx="3" type="subTitle"/>
          </p:nvPr>
        </p:nvSpPr>
        <p:spPr>
          <a:xfrm>
            <a:off x="934238" y="1868975"/>
            <a:ext cx="36900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518" name="Google Shape;1518;p94"/>
          <p:cNvSpPr txBox="1"/>
          <p:nvPr>
            <p:ph idx="4" type="subTitle"/>
          </p:nvPr>
        </p:nvSpPr>
        <p:spPr>
          <a:xfrm>
            <a:off x="1536188" y="2188088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19" name="Google Shape;1519;p94"/>
          <p:cNvSpPr txBox="1"/>
          <p:nvPr>
            <p:ph idx="5" type="subTitle"/>
          </p:nvPr>
        </p:nvSpPr>
        <p:spPr>
          <a:xfrm>
            <a:off x="4379600" y="3770850"/>
            <a:ext cx="3830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520" name="Google Shape;1520;p94"/>
          <p:cNvSpPr txBox="1"/>
          <p:nvPr>
            <p:ph idx="6" type="subTitle"/>
          </p:nvPr>
        </p:nvSpPr>
        <p:spPr>
          <a:xfrm>
            <a:off x="5051588" y="4089975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21" name="Google Shape;1521;p94"/>
          <p:cNvSpPr txBox="1"/>
          <p:nvPr>
            <p:ph idx="7" type="subTitle"/>
          </p:nvPr>
        </p:nvSpPr>
        <p:spPr>
          <a:xfrm>
            <a:off x="934238" y="3770850"/>
            <a:ext cx="36900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522" name="Google Shape;1522;p94"/>
          <p:cNvSpPr txBox="1"/>
          <p:nvPr>
            <p:ph idx="8" type="subTitle"/>
          </p:nvPr>
        </p:nvSpPr>
        <p:spPr>
          <a:xfrm>
            <a:off x="1536188" y="4089975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23" name="Google Shape;1523;p94"/>
          <p:cNvSpPr txBox="1"/>
          <p:nvPr>
            <p:ph hasCustomPrompt="1" idx="9" type="title"/>
          </p:nvPr>
        </p:nvSpPr>
        <p:spPr>
          <a:xfrm>
            <a:off x="2259638" y="1171113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524" name="Google Shape;1524;p94"/>
          <p:cNvSpPr txBox="1"/>
          <p:nvPr>
            <p:ph hasCustomPrompt="1" idx="13" type="title"/>
          </p:nvPr>
        </p:nvSpPr>
        <p:spPr>
          <a:xfrm>
            <a:off x="5775063" y="1171113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525" name="Google Shape;1525;p94"/>
          <p:cNvSpPr txBox="1"/>
          <p:nvPr>
            <p:ph hasCustomPrompt="1" idx="14" type="title"/>
          </p:nvPr>
        </p:nvSpPr>
        <p:spPr>
          <a:xfrm>
            <a:off x="2259638" y="3071125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526" name="Google Shape;1526;p94"/>
          <p:cNvSpPr txBox="1"/>
          <p:nvPr>
            <p:ph hasCustomPrompt="1" idx="15" type="title"/>
          </p:nvPr>
        </p:nvSpPr>
        <p:spPr>
          <a:xfrm>
            <a:off x="5775063" y="3071125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527" name="Google Shape;1527;p94"/>
          <p:cNvSpPr/>
          <p:nvPr/>
        </p:nvSpPr>
        <p:spPr>
          <a:xfrm rot="-5267561">
            <a:off x="-2166865" y="2462282"/>
            <a:ext cx="4818716" cy="780968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p94"/>
          <p:cNvSpPr/>
          <p:nvPr/>
        </p:nvSpPr>
        <p:spPr>
          <a:xfrm rot="-5400000">
            <a:off x="-954332" y="1253578"/>
            <a:ext cx="2393629" cy="966464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9" name="Google Shape;1529;p94"/>
          <p:cNvSpPr/>
          <p:nvPr/>
        </p:nvSpPr>
        <p:spPr>
          <a:xfrm rot="5400000">
            <a:off x="-672825" y="419298"/>
            <a:ext cx="2096898" cy="98915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p94"/>
          <p:cNvSpPr/>
          <p:nvPr/>
        </p:nvSpPr>
        <p:spPr>
          <a:xfrm rot="5400000">
            <a:off x="121363" y="313296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1" name="Google Shape;1531;p94"/>
          <p:cNvSpPr/>
          <p:nvPr/>
        </p:nvSpPr>
        <p:spPr>
          <a:xfrm rot="5400000">
            <a:off x="993813" y="264713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94"/>
          <p:cNvSpPr/>
          <p:nvPr/>
        </p:nvSpPr>
        <p:spPr>
          <a:xfrm rot="5400000">
            <a:off x="540138" y="1290438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94"/>
          <p:cNvSpPr/>
          <p:nvPr/>
        </p:nvSpPr>
        <p:spPr>
          <a:xfrm rot="5400000">
            <a:off x="441438" y="270051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94"/>
          <p:cNvSpPr/>
          <p:nvPr/>
        </p:nvSpPr>
        <p:spPr>
          <a:xfrm rot="5532439">
            <a:off x="6598811" y="1897536"/>
            <a:ext cx="4818716" cy="780968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94"/>
          <p:cNvSpPr/>
          <p:nvPr/>
        </p:nvSpPr>
        <p:spPr>
          <a:xfrm rot="5400000">
            <a:off x="7811366" y="2920743"/>
            <a:ext cx="2393629" cy="966464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94"/>
          <p:cNvSpPr/>
          <p:nvPr/>
        </p:nvSpPr>
        <p:spPr>
          <a:xfrm rot="-5400000">
            <a:off x="7826590" y="3732336"/>
            <a:ext cx="2096898" cy="98915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94"/>
          <p:cNvSpPr/>
          <p:nvPr/>
        </p:nvSpPr>
        <p:spPr>
          <a:xfrm rot="-5400000">
            <a:off x="8965800" y="1844324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94"/>
          <p:cNvSpPr/>
          <p:nvPr/>
        </p:nvSpPr>
        <p:spPr>
          <a:xfrm rot="-5400000">
            <a:off x="8612125" y="375164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Google Shape;1539;p94"/>
          <p:cNvSpPr/>
          <p:nvPr/>
        </p:nvSpPr>
        <p:spPr>
          <a:xfrm rot="-5400000">
            <a:off x="8710825" y="234157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0" name="Google Shape;1540;p94"/>
          <p:cNvSpPr/>
          <p:nvPr/>
        </p:nvSpPr>
        <p:spPr>
          <a:xfrm rot="-5400000">
            <a:off x="8158450" y="4777374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p95"/>
          <p:cNvSpPr txBox="1"/>
          <p:nvPr>
            <p:ph type="title"/>
          </p:nvPr>
        </p:nvSpPr>
        <p:spPr>
          <a:xfrm>
            <a:off x="3373350" y="2938325"/>
            <a:ext cx="4044000" cy="49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100"/>
              <a:buNone/>
              <a:defRPr sz="3000"/>
            </a:lvl1pPr>
            <a:lvl2pPr lvl="1" rtl="0">
              <a:spcBef>
                <a:spcPts val="160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43" name="Google Shape;1543;p95"/>
          <p:cNvSpPr txBox="1"/>
          <p:nvPr>
            <p:ph idx="1" type="subTitle"/>
          </p:nvPr>
        </p:nvSpPr>
        <p:spPr>
          <a:xfrm>
            <a:off x="1726650" y="1707450"/>
            <a:ext cx="5690700" cy="9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20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44" name="Google Shape;1544;p95"/>
          <p:cNvSpPr/>
          <p:nvPr/>
        </p:nvSpPr>
        <p:spPr>
          <a:xfrm>
            <a:off x="2301825" y="-81050"/>
            <a:ext cx="5472801" cy="1242133"/>
          </a:xfrm>
          <a:custGeom>
            <a:rect b="b" l="l" r="r" t="t"/>
            <a:pathLst>
              <a:path extrusionOk="0" h="48554" w="113987">
                <a:moveTo>
                  <a:pt x="1" y="1"/>
                </a:moveTo>
                <a:cubicBezTo>
                  <a:pt x="1664" y="4622"/>
                  <a:pt x="7395" y="8627"/>
                  <a:pt x="14480" y="9243"/>
                </a:cubicBezTo>
                <a:cubicBezTo>
                  <a:pt x="15269" y="9310"/>
                  <a:pt x="16057" y="9341"/>
                  <a:pt x="16844" y="9341"/>
                </a:cubicBezTo>
                <a:cubicBezTo>
                  <a:pt x="26954" y="9341"/>
                  <a:pt x="36902" y="4191"/>
                  <a:pt x="46543" y="4191"/>
                </a:cubicBezTo>
                <a:cubicBezTo>
                  <a:pt x="48520" y="4191"/>
                  <a:pt x="50484" y="4408"/>
                  <a:pt x="52434" y="4930"/>
                </a:cubicBezTo>
                <a:cubicBezTo>
                  <a:pt x="59335" y="6717"/>
                  <a:pt x="63032" y="11831"/>
                  <a:pt x="63833" y="16760"/>
                </a:cubicBezTo>
                <a:cubicBezTo>
                  <a:pt x="64634" y="21750"/>
                  <a:pt x="63155" y="26680"/>
                  <a:pt x="62970" y="31609"/>
                </a:cubicBezTo>
                <a:cubicBezTo>
                  <a:pt x="62847" y="36538"/>
                  <a:pt x="64264" y="41898"/>
                  <a:pt x="69563" y="45349"/>
                </a:cubicBezTo>
                <a:cubicBezTo>
                  <a:pt x="73005" y="47564"/>
                  <a:pt x="77580" y="48553"/>
                  <a:pt x="82312" y="48553"/>
                </a:cubicBezTo>
                <a:cubicBezTo>
                  <a:pt x="88505" y="48553"/>
                  <a:pt x="94967" y="46857"/>
                  <a:pt x="99507" y="43993"/>
                </a:cubicBezTo>
                <a:cubicBezTo>
                  <a:pt x="107579" y="38941"/>
                  <a:pt x="110906" y="31362"/>
                  <a:pt x="112508" y="24030"/>
                </a:cubicBezTo>
                <a:cubicBezTo>
                  <a:pt x="113987" y="17253"/>
                  <a:pt x="112262" y="3821"/>
                  <a:pt x="1038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5" name="Google Shape;1545;p95"/>
          <p:cNvSpPr/>
          <p:nvPr/>
        </p:nvSpPr>
        <p:spPr>
          <a:xfrm rot="10800000">
            <a:off x="3105740" y="-321877"/>
            <a:ext cx="2419310" cy="861877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6" name="Google Shape;1546;p95"/>
          <p:cNvSpPr/>
          <p:nvPr/>
        </p:nvSpPr>
        <p:spPr>
          <a:xfrm rot="-5400000">
            <a:off x="5094113" y="-676765"/>
            <a:ext cx="969192" cy="1790903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7" name="Google Shape;1547;p95"/>
          <p:cNvSpPr/>
          <p:nvPr/>
        </p:nvSpPr>
        <p:spPr>
          <a:xfrm rot="5400000">
            <a:off x="6553938" y="4582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8" name="Google Shape;1548;p95"/>
          <p:cNvSpPr/>
          <p:nvPr/>
        </p:nvSpPr>
        <p:spPr>
          <a:xfrm rot="5400000">
            <a:off x="4522788" y="64931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9" name="Google Shape;1549;p95"/>
          <p:cNvSpPr/>
          <p:nvPr/>
        </p:nvSpPr>
        <p:spPr>
          <a:xfrm rot="5400000">
            <a:off x="8054788" y="93838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0" name="Google Shape;1550;p95"/>
          <p:cNvSpPr/>
          <p:nvPr/>
        </p:nvSpPr>
        <p:spPr>
          <a:xfrm rot="5400000">
            <a:off x="2853363" y="301738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1" name="Google Shape;1551;p95"/>
          <p:cNvSpPr/>
          <p:nvPr/>
        </p:nvSpPr>
        <p:spPr>
          <a:xfrm rot="5400000">
            <a:off x="2401288" y="539838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2" name="Google Shape;1552;p95"/>
          <p:cNvSpPr/>
          <p:nvPr/>
        </p:nvSpPr>
        <p:spPr>
          <a:xfrm rot="10800000">
            <a:off x="1820973" y="3982367"/>
            <a:ext cx="5577954" cy="1242133"/>
          </a:xfrm>
          <a:custGeom>
            <a:rect b="b" l="l" r="r" t="t"/>
            <a:pathLst>
              <a:path extrusionOk="0" h="48554" w="113987">
                <a:moveTo>
                  <a:pt x="1" y="1"/>
                </a:moveTo>
                <a:cubicBezTo>
                  <a:pt x="1664" y="4622"/>
                  <a:pt x="7395" y="8627"/>
                  <a:pt x="14480" y="9243"/>
                </a:cubicBezTo>
                <a:cubicBezTo>
                  <a:pt x="15269" y="9310"/>
                  <a:pt x="16057" y="9341"/>
                  <a:pt x="16844" y="9341"/>
                </a:cubicBezTo>
                <a:cubicBezTo>
                  <a:pt x="26954" y="9341"/>
                  <a:pt x="36902" y="4191"/>
                  <a:pt x="46543" y="4191"/>
                </a:cubicBezTo>
                <a:cubicBezTo>
                  <a:pt x="48520" y="4191"/>
                  <a:pt x="50484" y="4408"/>
                  <a:pt x="52434" y="4930"/>
                </a:cubicBezTo>
                <a:cubicBezTo>
                  <a:pt x="59335" y="6717"/>
                  <a:pt x="63032" y="11831"/>
                  <a:pt x="63833" y="16760"/>
                </a:cubicBezTo>
                <a:cubicBezTo>
                  <a:pt x="64634" y="21750"/>
                  <a:pt x="63155" y="26680"/>
                  <a:pt x="62970" y="31609"/>
                </a:cubicBezTo>
                <a:cubicBezTo>
                  <a:pt x="62847" y="36538"/>
                  <a:pt x="64264" y="41898"/>
                  <a:pt x="69563" y="45349"/>
                </a:cubicBezTo>
                <a:cubicBezTo>
                  <a:pt x="73005" y="47564"/>
                  <a:pt x="77580" y="48553"/>
                  <a:pt x="82312" y="48553"/>
                </a:cubicBezTo>
                <a:cubicBezTo>
                  <a:pt x="88505" y="48553"/>
                  <a:pt x="94967" y="46857"/>
                  <a:pt x="99507" y="43993"/>
                </a:cubicBezTo>
                <a:cubicBezTo>
                  <a:pt x="107579" y="38941"/>
                  <a:pt x="110906" y="31362"/>
                  <a:pt x="112508" y="24030"/>
                </a:cubicBezTo>
                <a:cubicBezTo>
                  <a:pt x="113987" y="17253"/>
                  <a:pt x="112262" y="3821"/>
                  <a:pt x="1038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95"/>
          <p:cNvSpPr/>
          <p:nvPr/>
        </p:nvSpPr>
        <p:spPr>
          <a:xfrm>
            <a:off x="4175688" y="4603443"/>
            <a:ext cx="2419310" cy="861877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95"/>
          <p:cNvSpPr/>
          <p:nvPr/>
        </p:nvSpPr>
        <p:spPr>
          <a:xfrm rot="5400000">
            <a:off x="3798057" y="3940705"/>
            <a:ext cx="969192" cy="1790903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95"/>
          <p:cNvSpPr/>
          <p:nvPr/>
        </p:nvSpPr>
        <p:spPr>
          <a:xfrm rot="-5400000">
            <a:off x="2853375" y="436303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95"/>
          <p:cNvSpPr/>
          <p:nvPr/>
        </p:nvSpPr>
        <p:spPr>
          <a:xfrm rot="-5400000">
            <a:off x="5079550" y="4395431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95"/>
          <p:cNvSpPr/>
          <p:nvPr/>
        </p:nvSpPr>
        <p:spPr>
          <a:xfrm rot="-5400000">
            <a:off x="1555000" y="4841556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95"/>
          <p:cNvSpPr/>
          <p:nvPr/>
        </p:nvSpPr>
        <p:spPr>
          <a:xfrm rot="-5400000">
            <a:off x="6683875" y="4678206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95"/>
          <p:cNvSpPr/>
          <p:nvPr/>
        </p:nvSpPr>
        <p:spPr>
          <a:xfrm rot="-5400000">
            <a:off x="7201050" y="4504906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3"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96"/>
          <p:cNvSpPr txBox="1"/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562" name="Google Shape;1562;p96"/>
          <p:cNvSpPr txBox="1"/>
          <p:nvPr>
            <p:ph hasCustomPrompt="1" idx="2" type="title"/>
          </p:nvPr>
        </p:nvSpPr>
        <p:spPr>
          <a:xfrm>
            <a:off x="884798" y="1499138"/>
            <a:ext cx="32004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63" name="Google Shape;1563;p96"/>
          <p:cNvSpPr txBox="1"/>
          <p:nvPr>
            <p:ph idx="1" type="subTitle"/>
          </p:nvPr>
        </p:nvSpPr>
        <p:spPr>
          <a:xfrm>
            <a:off x="1099425" y="2130913"/>
            <a:ext cx="27711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64" name="Google Shape;1564;p96"/>
          <p:cNvSpPr txBox="1"/>
          <p:nvPr>
            <p:ph hasCustomPrompt="1" idx="3" type="title"/>
          </p:nvPr>
        </p:nvSpPr>
        <p:spPr>
          <a:xfrm>
            <a:off x="5058798" y="1499138"/>
            <a:ext cx="32004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65" name="Google Shape;1565;p96"/>
          <p:cNvSpPr txBox="1"/>
          <p:nvPr>
            <p:ph idx="4" type="subTitle"/>
          </p:nvPr>
        </p:nvSpPr>
        <p:spPr>
          <a:xfrm>
            <a:off x="5273425" y="2130925"/>
            <a:ext cx="27711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66" name="Google Shape;1566;p96"/>
          <p:cNvSpPr txBox="1"/>
          <p:nvPr>
            <p:ph hasCustomPrompt="1" idx="5" type="title"/>
          </p:nvPr>
        </p:nvSpPr>
        <p:spPr>
          <a:xfrm>
            <a:off x="2971798" y="3109475"/>
            <a:ext cx="32004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67" name="Google Shape;1567;p96"/>
          <p:cNvSpPr txBox="1"/>
          <p:nvPr>
            <p:ph idx="6" type="subTitle"/>
          </p:nvPr>
        </p:nvSpPr>
        <p:spPr>
          <a:xfrm>
            <a:off x="3186425" y="3740725"/>
            <a:ext cx="277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68" name="Google Shape;1568;p96"/>
          <p:cNvSpPr/>
          <p:nvPr/>
        </p:nvSpPr>
        <p:spPr>
          <a:xfrm flipH="1" rot="10800000">
            <a:off x="6626826" y="3797502"/>
            <a:ext cx="2810674" cy="1198053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9" name="Google Shape;1569;p96"/>
          <p:cNvSpPr/>
          <p:nvPr/>
        </p:nvSpPr>
        <p:spPr>
          <a:xfrm flipH="1" rot="10800000">
            <a:off x="6287025" y="4590289"/>
            <a:ext cx="2860647" cy="751611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0" name="Google Shape;1570;p96"/>
          <p:cNvSpPr/>
          <p:nvPr/>
        </p:nvSpPr>
        <p:spPr>
          <a:xfrm flipH="1">
            <a:off x="6239900" y="47422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1" name="Google Shape;1571;p96"/>
          <p:cNvSpPr/>
          <p:nvPr/>
        </p:nvSpPr>
        <p:spPr>
          <a:xfrm flipH="1">
            <a:off x="7868588" y="4484088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2" name="Google Shape;1572;p96"/>
          <p:cNvSpPr/>
          <p:nvPr/>
        </p:nvSpPr>
        <p:spPr>
          <a:xfrm flipH="1">
            <a:off x="7496815" y="4087142"/>
            <a:ext cx="1990610" cy="1054010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3" name="Google Shape;1573;p96"/>
          <p:cNvSpPr/>
          <p:nvPr/>
        </p:nvSpPr>
        <p:spPr>
          <a:xfrm flipH="1">
            <a:off x="8130075" y="4087150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96"/>
          <p:cNvSpPr/>
          <p:nvPr/>
        </p:nvSpPr>
        <p:spPr>
          <a:xfrm flipH="1">
            <a:off x="8852338" y="3444788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5" name="Google Shape;1575;p96"/>
          <p:cNvSpPr/>
          <p:nvPr/>
        </p:nvSpPr>
        <p:spPr>
          <a:xfrm flipH="1">
            <a:off x="-249101" y="82083"/>
            <a:ext cx="2810674" cy="1198053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p96"/>
          <p:cNvSpPr/>
          <p:nvPr/>
        </p:nvSpPr>
        <p:spPr>
          <a:xfrm flipH="1">
            <a:off x="40728" y="-264262"/>
            <a:ext cx="2860647" cy="751611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7" name="Google Shape;1577;p96"/>
          <p:cNvSpPr/>
          <p:nvPr/>
        </p:nvSpPr>
        <p:spPr>
          <a:xfrm flipH="1" rot="10800000">
            <a:off x="1156313" y="4300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p96"/>
          <p:cNvSpPr/>
          <p:nvPr/>
        </p:nvSpPr>
        <p:spPr>
          <a:xfrm flipH="1" rot="10800000">
            <a:off x="-299025" y="-63514"/>
            <a:ext cx="1990610" cy="1054010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p96"/>
          <p:cNvSpPr/>
          <p:nvPr/>
        </p:nvSpPr>
        <p:spPr>
          <a:xfrm flipH="1" rot="10800000">
            <a:off x="959925" y="891788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p96"/>
          <p:cNvSpPr/>
          <p:nvPr/>
        </p:nvSpPr>
        <p:spPr>
          <a:xfrm flipH="1">
            <a:off x="2802975" y="2321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96"/>
          <p:cNvSpPr/>
          <p:nvPr/>
        </p:nvSpPr>
        <p:spPr>
          <a:xfrm flipH="1" rot="10800000">
            <a:off x="172563" y="146935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2"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p97"/>
          <p:cNvSpPr txBox="1"/>
          <p:nvPr>
            <p:ph type="title"/>
          </p:nvPr>
        </p:nvSpPr>
        <p:spPr>
          <a:xfrm>
            <a:off x="2129125" y="363275"/>
            <a:ext cx="488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584" name="Google Shape;1584;p97"/>
          <p:cNvSpPr/>
          <p:nvPr/>
        </p:nvSpPr>
        <p:spPr>
          <a:xfrm flipH="1">
            <a:off x="-141518" y="-118290"/>
            <a:ext cx="3204343" cy="1651139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5" name="Google Shape;1585;p97"/>
          <p:cNvSpPr/>
          <p:nvPr/>
        </p:nvSpPr>
        <p:spPr>
          <a:xfrm flipH="1" rot="10800000">
            <a:off x="-241297" y="-72669"/>
            <a:ext cx="2420522" cy="1034218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p97"/>
          <p:cNvSpPr/>
          <p:nvPr/>
        </p:nvSpPr>
        <p:spPr>
          <a:xfrm rot="-10484947">
            <a:off x="-697915" y="-411807"/>
            <a:ext cx="1843431" cy="869285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7" name="Google Shape;1587;p97"/>
          <p:cNvSpPr/>
          <p:nvPr/>
        </p:nvSpPr>
        <p:spPr>
          <a:xfrm flipH="1" rot="10800000">
            <a:off x="1759263" y="45824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97"/>
          <p:cNvSpPr/>
          <p:nvPr/>
        </p:nvSpPr>
        <p:spPr>
          <a:xfrm flipH="1" rot="10800000">
            <a:off x="869351" y="69715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p97"/>
          <p:cNvSpPr/>
          <p:nvPr/>
        </p:nvSpPr>
        <p:spPr>
          <a:xfrm flipH="1" rot="10800000">
            <a:off x="91151" y="126233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4"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98"/>
          <p:cNvSpPr txBox="1"/>
          <p:nvPr>
            <p:ph type="title"/>
          </p:nvPr>
        </p:nvSpPr>
        <p:spPr>
          <a:xfrm>
            <a:off x="2846475" y="363275"/>
            <a:ext cx="345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592" name="Google Shape;1592;p98"/>
          <p:cNvSpPr txBox="1"/>
          <p:nvPr>
            <p:ph idx="1" type="subTitle"/>
          </p:nvPr>
        </p:nvSpPr>
        <p:spPr>
          <a:xfrm>
            <a:off x="788350" y="1645450"/>
            <a:ext cx="27045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593" name="Google Shape;1593;p98"/>
          <p:cNvSpPr txBox="1"/>
          <p:nvPr>
            <p:ph idx="2" type="subTitle"/>
          </p:nvPr>
        </p:nvSpPr>
        <p:spPr>
          <a:xfrm>
            <a:off x="538175" y="2255400"/>
            <a:ext cx="3834000" cy="19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200"/>
            </a:lvl1pPr>
            <a:lvl2pPr lvl="1" rtl="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94" name="Google Shape;1594;p98"/>
          <p:cNvSpPr txBox="1"/>
          <p:nvPr>
            <p:ph idx="3" type="subTitle"/>
          </p:nvPr>
        </p:nvSpPr>
        <p:spPr>
          <a:xfrm>
            <a:off x="5158975" y="1645450"/>
            <a:ext cx="27045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595" name="Google Shape;1595;p98"/>
          <p:cNvSpPr txBox="1"/>
          <p:nvPr>
            <p:ph idx="4" type="subTitle"/>
          </p:nvPr>
        </p:nvSpPr>
        <p:spPr>
          <a:xfrm>
            <a:off x="4771825" y="2255400"/>
            <a:ext cx="3834000" cy="19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200"/>
            </a:lvl1pPr>
            <a:lvl2pPr lvl="1" rtl="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96" name="Google Shape;1596;p98"/>
          <p:cNvSpPr/>
          <p:nvPr/>
        </p:nvSpPr>
        <p:spPr>
          <a:xfrm flipH="1" rot="-10350985">
            <a:off x="6450155" y="-124771"/>
            <a:ext cx="3444934" cy="1167477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7" name="Google Shape;1597;p98"/>
          <p:cNvSpPr/>
          <p:nvPr/>
        </p:nvSpPr>
        <p:spPr>
          <a:xfrm flipH="1">
            <a:off x="8345826" y="984624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98"/>
          <p:cNvSpPr/>
          <p:nvPr/>
        </p:nvSpPr>
        <p:spPr>
          <a:xfrm flipH="1">
            <a:off x="8977776" y="1325449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98"/>
          <p:cNvSpPr/>
          <p:nvPr/>
        </p:nvSpPr>
        <p:spPr>
          <a:xfrm flipH="1">
            <a:off x="6236651" y="18837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98"/>
          <p:cNvSpPr/>
          <p:nvPr/>
        </p:nvSpPr>
        <p:spPr>
          <a:xfrm flipH="1">
            <a:off x="7070376" y="539299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98"/>
          <p:cNvSpPr/>
          <p:nvPr/>
        </p:nvSpPr>
        <p:spPr>
          <a:xfrm>
            <a:off x="7168769" y="-99365"/>
            <a:ext cx="2517610" cy="1041571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98"/>
          <p:cNvSpPr/>
          <p:nvPr/>
        </p:nvSpPr>
        <p:spPr>
          <a:xfrm flipH="1" rot="10800000">
            <a:off x="7678176" y="-210266"/>
            <a:ext cx="2057229" cy="778974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p98"/>
          <p:cNvSpPr/>
          <p:nvPr/>
        </p:nvSpPr>
        <p:spPr>
          <a:xfrm rot="10350985">
            <a:off x="-562292" y="-173408"/>
            <a:ext cx="3444934" cy="1167477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p98"/>
          <p:cNvSpPr/>
          <p:nvPr/>
        </p:nvSpPr>
        <p:spPr>
          <a:xfrm>
            <a:off x="823471" y="935986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5" name="Google Shape;1605;p98"/>
          <p:cNvSpPr/>
          <p:nvPr/>
        </p:nvSpPr>
        <p:spPr>
          <a:xfrm>
            <a:off x="256621" y="1276811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6" name="Google Shape;1606;p98"/>
          <p:cNvSpPr/>
          <p:nvPr/>
        </p:nvSpPr>
        <p:spPr>
          <a:xfrm>
            <a:off x="2997746" y="139736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98"/>
          <p:cNvSpPr/>
          <p:nvPr/>
        </p:nvSpPr>
        <p:spPr>
          <a:xfrm>
            <a:off x="2164021" y="490661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8" name="Google Shape;1608;p98"/>
          <p:cNvSpPr/>
          <p:nvPr/>
        </p:nvSpPr>
        <p:spPr>
          <a:xfrm flipH="1">
            <a:off x="-353582" y="-148002"/>
            <a:ext cx="2517610" cy="1041571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9" name="Google Shape;1609;p98"/>
          <p:cNvSpPr/>
          <p:nvPr/>
        </p:nvSpPr>
        <p:spPr>
          <a:xfrm rot="10800000">
            <a:off x="-402608" y="-258904"/>
            <a:ext cx="2057229" cy="778974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CUSTOM_5"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99"/>
          <p:cNvSpPr txBox="1"/>
          <p:nvPr>
            <p:ph type="title"/>
          </p:nvPr>
        </p:nvSpPr>
        <p:spPr>
          <a:xfrm>
            <a:off x="2141950" y="1922950"/>
            <a:ext cx="4860000" cy="8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12" name="Google Shape;1612;p99"/>
          <p:cNvSpPr txBox="1"/>
          <p:nvPr>
            <p:ph idx="1" type="subTitle"/>
          </p:nvPr>
        </p:nvSpPr>
        <p:spPr>
          <a:xfrm>
            <a:off x="2142050" y="2757125"/>
            <a:ext cx="4860000" cy="49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13" name="Google Shape;1613;p99"/>
          <p:cNvSpPr/>
          <p:nvPr/>
        </p:nvSpPr>
        <p:spPr>
          <a:xfrm rot="-5400000">
            <a:off x="-1029861" y="815281"/>
            <a:ext cx="4058317" cy="1729782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4" name="Google Shape;1614;p99"/>
          <p:cNvSpPr/>
          <p:nvPr/>
        </p:nvSpPr>
        <p:spPr>
          <a:xfrm rot="-5400000">
            <a:off x="-1888219" y="1592238"/>
            <a:ext cx="4130269" cy="1085168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99"/>
          <p:cNvSpPr/>
          <p:nvPr/>
        </p:nvSpPr>
        <p:spPr>
          <a:xfrm rot="5400000">
            <a:off x="387256" y="3610781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6" name="Google Shape;1616;p99"/>
          <p:cNvSpPr/>
          <p:nvPr/>
        </p:nvSpPr>
        <p:spPr>
          <a:xfrm rot="5400000">
            <a:off x="603369" y="1722219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7" name="Google Shape;1617;p99"/>
          <p:cNvSpPr/>
          <p:nvPr/>
        </p:nvSpPr>
        <p:spPr>
          <a:xfrm rot="5400000">
            <a:off x="-751978" y="255224"/>
            <a:ext cx="2874201" cy="1521816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8" name="Google Shape;1618;p99"/>
          <p:cNvSpPr/>
          <p:nvPr/>
        </p:nvSpPr>
        <p:spPr>
          <a:xfrm rot="5400000">
            <a:off x="1033906" y="1143081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p99"/>
          <p:cNvSpPr/>
          <p:nvPr/>
        </p:nvSpPr>
        <p:spPr>
          <a:xfrm rot="5400000">
            <a:off x="1978444" y="20094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0" name="Google Shape;1620;p99"/>
          <p:cNvSpPr/>
          <p:nvPr/>
        </p:nvSpPr>
        <p:spPr>
          <a:xfrm rot="5400000">
            <a:off x="6115544" y="2556136"/>
            <a:ext cx="4058317" cy="1729782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p99"/>
          <p:cNvSpPr/>
          <p:nvPr/>
        </p:nvSpPr>
        <p:spPr>
          <a:xfrm rot="5400000">
            <a:off x="6901950" y="2423794"/>
            <a:ext cx="4130269" cy="1085168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2" name="Google Shape;1622;p99"/>
          <p:cNvSpPr/>
          <p:nvPr/>
        </p:nvSpPr>
        <p:spPr>
          <a:xfrm rot="-5400000">
            <a:off x="8658344" y="139171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3" name="Google Shape;1623;p99"/>
          <p:cNvSpPr/>
          <p:nvPr/>
        </p:nvSpPr>
        <p:spPr>
          <a:xfrm rot="-5400000">
            <a:off x="8377131" y="321548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99"/>
          <p:cNvSpPr/>
          <p:nvPr/>
        </p:nvSpPr>
        <p:spPr>
          <a:xfrm rot="-5400000">
            <a:off x="7021777" y="3324160"/>
            <a:ext cx="2874201" cy="1521816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99"/>
          <p:cNvSpPr/>
          <p:nvPr/>
        </p:nvSpPr>
        <p:spPr>
          <a:xfrm rot="-5400000">
            <a:off x="8011694" y="385941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99"/>
          <p:cNvSpPr/>
          <p:nvPr/>
        </p:nvSpPr>
        <p:spPr>
          <a:xfrm rot="-5400000">
            <a:off x="7002056" y="491760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6">
    <p:spTree>
      <p:nvGrpSpPr>
        <p:cNvPr id="1627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p100"/>
          <p:cNvSpPr txBox="1"/>
          <p:nvPr>
            <p:ph type="title"/>
          </p:nvPr>
        </p:nvSpPr>
        <p:spPr>
          <a:xfrm>
            <a:off x="3145775" y="363275"/>
            <a:ext cx="2852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629" name="Google Shape;1629;p100"/>
          <p:cNvSpPr txBox="1"/>
          <p:nvPr>
            <p:ph idx="1" type="subTitle"/>
          </p:nvPr>
        </p:nvSpPr>
        <p:spPr>
          <a:xfrm>
            <a:off x="3328941" y="1904475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630" name="Google Shape;1630;p100"/>
          <p:cNvSpPr txBox="1"/>
          <p:nvPr>
            <p:ph idx="2" type="subTitle"/>
          </p:nvPr>
        </p:nvSpPr>
        <p:spPr>
          <a:xfrm>
            <a:off x="3610941" y="2223600"/>
            <a:ext cx="1922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31" name="Google Shape;1631;p100"/>
          <p:cNvSpPr txBox="1"/>
          <p:nvPr>
            <p:ph idx="3" type="subTitle"/>
          </p:nvPr>
        </p:nvSpPr>
        <p:spPr>
          <a:xfrm>
            <a:off x="659663" y="1904475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632" name="Google Shape;1632;p100"/>
          <p:cNvSpPr txBox="1"/>
          <p:nvPr>
            <p:ph idx="4" type="subTitle"/>
          </p:nvPr>
        </p:nvSpPr>
        <p:spPr>
          <a:xfrm>
            <a:off x="941663" y="2223600"/>
            <a:ext cx="1922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33" name="Google Shape;1633;p100"/>
          <p:cNvSpPr txBox="1"/>
          <p:nvPr>
            <p:ph idx="5" type="subTitle"/>
          </p:nvPr>
        </p:nvSpPr>
        <p:spPr>
          <a:xfrm>
            <a:off x="3328941" y="381450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634" name="Google Shape;1634;p100"/>
          <p:cNvSpPr txBox="1"/>
          <p:nvPr>
            <p:ph idx="6" type="subTitle"/>
          </p:nvPr>
        </p:nvSpPr>
        <p:spPr>
          <a:xfrm>
            <a:off x="3610941" y="4133628"/>
            <a:ext cx="1922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35" name="Google Shape;1635;p100"/>
          <p:cNvSpPr txBox="1"/>
          <p:nvPr>
            <p:ph idx="7" type="subTitle"/>
          </p:nvPr>
        </p:nvSpPr>
        <p:spPr>
          <a:xfrm>
            <a:off x="659663" y="381450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636" name="Google Shape;1636;p100"/>
          <p:cNvSpPr txBox="1"/>
          <p:nvPr>
            <p:ph idx="8" type="subTitle"/>
          </p:nvPr>
        </p:nvSpPr>
        <p:spPr>
          <a:xfrm>
            <a:off x="941663" y="4133628"/>
            <a:ext cx="1922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37" name="Google Shape;1637;p100"/>
          <p:cNvSpPr txBox="1"/>
          <p:nvPr>
            <p:ph idx="9" type="subTitle"/>
          </p:nvPr>
        </p:nvSpPr>
        <p:spPr>
          <a:xfrm>
            <a:off x="5998216" y="1904475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638" name="Google Shape;1638;p100"/>
          <p:cNvSpPr txBox="1"/>
          <p:nvPr>
            <p:ph idx="13" type="subTitle"/>
          </p:nvPr>
        </p:nvSpPr>
        <p:spPr>
          <a:xfrm>
            <a:off x="6280216" y="2223600"/>
            <a:ext cx="1922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39" name="Google Shape;1639;p100"/>
          <p:cNvSpPr txBox="1"/>
          <p:nvPr>
            <p:ph idx="14" type="subTitle"/>
          </p:nvPr>
        </p:nvSpPr>
        <p:spPr>
          <a:xfrm>
            <a:off x="5998216" y="381450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640" name="Google Shape;1640;p100"/>
          <p:cNvSpPr txBox="1"/>
          <p:nvPr>
            <p:ph idx="15" type="subTitle"/>
          </p:nvPr>
        </p:nvSpPr>
        <p:spPr>
          <a:xfrm>
            <a:off x="6280216" y="4133628"/>
            <a:ext cx="1922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41" name="Google Shape;1641;p100"/>
          <p:cNvSpPr/>
          <p:nvPr/>
        </p:nvSpPr>
        <p:spPr>
          <a:xfrm>
            <a:off x="5587299" y="-209550"/>
            <a:ext cx="6890071" cy="880003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2" name="Google Shape;1642;p100"/>
          <p:cNvSpPr/>
          <p:nvPr/>
        </p:nvSpPr>
        <p:spPr>
          <a:xfrm flipH="1" rot="10800000">
            <a:off x="6906325" y="-525151"/>
            <a:ext cx="2379314" cy="972101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3" name="Google Shape;1643;p100"/>
          <p:cNvSpPr/>
          <p:nvPr/>
        </p:nvSpPr>
        <p:spPr>
          <a:xfrm rot="-3279262">
            <a:off x="7901589" y="-973008"/>
            <a:ext cx="1404819" cy="2093810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4" name="Google Shape;1644;p100"/>
          <p:cNvSpPr/>
          <p:nvPr/>
        </p:nvSpPr>
        <p:spPr>
          <a:xfrm rot="10800000">
            <a:off x="6406991" y="11359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p100"/>
          <p:cNvSpPr/>
          <p:nvPr/>
        </p:nvSpPr>
        <p:spPr>
          <a:xfrm rot="10800000">
            <a:off x="8154416" y="349868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6" name="Google Shape;1646;p100"/>
          <p:cNvSpPr/>
          <p:nvPr/>
        </p:nvSpPr>
        <p:spPr>
          <a:xfrm rot="10800000">
            <a:off x="7681066" y="739068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7" name="Google Shape;1647;p100"/>
          <p:cNvSpPr/>
          <p:nvPr/>
        </p:nvSpPr>
        <p:spPr>
          <a:xfrm flipH="1">
            <a:off x="-3333926" y="-210750"/>
            <a:ext cx="6890071" cy="880003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8" name="Google Shape;1648;p100"/>
          <p:cNvSpPr/>
          <p:nvPr/>
        </p:nvSpPr>
        <p:spPr>
          <a:xfrm rot="10800000">
            <a:off x="-142195" y="-526351"/>
            <a:ext cx="2379314" cy="972101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9" name="Google Shape;1649;p100"/>
          <p:cNvSpPr/>
          <p:nvPr/>
        </p:nvSpPr>
        <p:spPr>
          <a:xfrm flipH="1" rot="3279262">
            <a:off x="-162965" y="-974208"/>
            <a:ext cx="1404819" cy="2093810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100"/>
          <p:cNvSpPr/>
          <p:nvPr/>
        </p:nvSpPr>
        <p:spPr>
          <a:xfrm flipH="1" rot="10800000">
            <a:off x="2572953" y="11239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100"/>
          <p:cNvSpPr/>
          <p:nvPr/>
        </p:nvSpPr>
        <p:spPr>
          <a:xfrm flipH="1" rot="10800000">
            <a:off x="890628" y="348668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100"/>
          <p:cNvSpPr/>
          <p:nvPr/>
        </p:nvSpPr>
        <p:spPr>
          <a:xfrm flipH="1" rot="10800000">
            <a:off x="201303" y="105274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100"/>
          <p:cNvSpPr/>
          <p:nvPr/>
        </p:nvSpPr>
        <p:spPr>
          <a:xfrm flipH="1" rot="10800000">
            <a:off x="1363978" y="737868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100"/>
          <p:cNvSpPr/>
          <p:nvPr/>
        </p:nvSpPr>
        <p:spPr>
          <a:xfrm rot="10800000">
            <a:off x="8843741" y="105394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7"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101"/>
          <p:cNvSpPr txBox="1"/>
          <p:nvPr>
            <p:ph type="title"/>
          </p:nvPr>
        </p:nvSpPr>
        <p:spPr>
          <a:xfrm>
            <a:off x="1543350" y="363275"/>
            <a:ext cx="605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57" name="Google Shape;1657;p101"/>
          <p:cNvSpPr txBox="1"/>
          <p:nvPr>
            <p:ph idx="1" type="subTitle"/>
          </p:nvPr>
        </p:nvSpPr>
        <p:spPr>
          <a:xfrm>
            <a:off x="4875632" y="1904475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658" name="Google Shape;1658;p101"/>
          <p:cNvSpPr txBox="1"/>
          <p:nvPr>
            <p:ph idx="2" type="subTitle"/>
          </p:nvPr>
        </p:nvSpPr>
        <p:spPr>
          <a:xfrm>
            <a:off x="5157563" y="2223600"/>
            <a:ext cx="1922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59" name="Google Shape;1659;p101"/>
          <p:cNvSpPr txBox="1"/>
          <p:nvPr>
            <p:ph idx="3" type="subTitle"/>
          </p:nvPr>
        </p:nvSpPr>
        <p:spPr>
          <a:xfrm>
            <a:off x="1782263" y="1904475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660" name="Google Shape;1660;p101"/>
          <p:cNvSpPr txBox="1"/>
          <p:nvPr>
            <p:ph idx="4" type="subTitle"/>
          </p:nvPr>
        </p:nvSpPr>
        <p:spPr>
          <a:xfrm>
            <a:off x="2064375" y="2223600"/>
            <a:ext cx="1922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61" name="Google Shape;1661;p101"/>
          <p:cNvSpPr txBox="1"/>
          <p:nvPr>
            <p:ph idx="5" type="subTitle"/>
          </p:nvPr>
        </p:nvSpPr>
        <p:spPr>
          <a:xfrm>
            <a:off x="4875600" y="381450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662" name="Google Shape;1662;p101"/>
          <p:cNvSpPr txBox="1"/>
          <p:nvPr>
            <p:ph idx="6" type="subTitle"/>
          </p:nvPr>
        </p:nvSpPr>
        <p:spPr>
          <a:xfrm>
            <a:off x="5157563" y="4133628"/>
            <a:ext cx="1922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63" name="Google Shape;1663;p101"/>
          <p:cNvSpPr txBox="1"/>
          <p:nvPr>
            <p:ph idx="7" type="subTitle"/>
          </p:nvPr>
        </p:nvSpPr>
        <p:spPr>
          <a:xfrm>
            <a:off x="1782263" y="381450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664" name="Google Shape;1664;p101"/>
          <p:cNvSpPr txBox="1"/>
          <p:nvPr>
            <p:ph idx="8" type="subTitle"/>
          </p:nvPr>
        </p:nvSpPr>
        <p:spPr>
          <a:xfrm>
            <a:off x="2064375" y="4133628"/>
            <a:ext cx="1922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65" name="Google Shape;1665;p101"/>
          <p:cNvSpPr/>
          <p:nvPr/>
        </p:nvSpPr>
        <p:spPr>
          <a:xfrm flipH="1" rot="-5400000">
            <a:off x="-3096997" y="2192121"/>
            <a:ext cx="6890071" cy="880003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6" name="Google Shape;1666;p101"/>
          <p:cNvSpPr/>
          <p:nvPr/>
        </p:nvSpPr>
        <p:spPr>
          <a:xfrm rot="5400000">
            <a:off x="-1921300" y="3098438"/>
            <a:ext cx="4271825" cy="1177450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7" name="Google Shape;1667;p101"/>
          <p:cNvSpPr/>
          <p:nvPr/>
        </p:nvSpPr>
        <p:spPr>
          <a:xfrm flipH="1" rot="147">
            <a:off x="-401896" y="3180097"/>
            <a:ext cx="1404839" cy="2093848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8" name="Google Shape;1668;p101"/>
          <p:cNvSpPr/>
          <p:nvPr/>
        </p:nvSpPr>
        <p:spPr>
          <a:xfrm flipH="1" rot="-5400000">
            <a:off x="839461" y="3864564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9" name="Google Shape;1669;p101"/>
          <p:cNvSpPr/>
          <p:nvPr/>
        </p:nvSpPr>
        <p:spPr>
          <a:xfrm flipH="1" rot="-5400000">
            <a:off x="376511" y="1084989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0" name="Google Shape;1670;p101"/>
          <p:cNvSpPr/>
          <p:nvPr/>
        </p:nvSpPr>
        <p:spPr>
          <a:xfrm flipH="1" rot="-5400000">
            <a:off x="948986" y="173088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Google Shape;1671;p101"/>
          <p:cNvSpPr/>
          <p:nvPr/>
        </p:nvSpPr>
        <p:spPr>
          <a:xfrm flipH="1" rot="5400000">
            <a:off x="5330692" y="2192121"/>
            <a:ext cx="6890071" cy="880003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2" name="Google Shape;1672;p101"/>
          <p:cNvSpPr/>
          <p:nvPr/>
        </p:nvSpPr>
        <p:spPr>
          <a:xfrm rot="-5400000">
            <a:off x="6773240" y="988358"/>
            <a:ext cx="4271825" cy="1177450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3" name="Google Shape;1673;p101"/>
          <p:cNvSpPr/>
          <p:nvPr/>
        </p:nvSpPr>
        <p:spPr>
          <a:xfrm flipH="1" rot="-10799853">
            <a:off x="8120822" y="-9700"/>
            <a:ext cx="1404839" cy="2093848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4" name="Google Shape;1674;p101"/>
          <p:cNvSpPr/>
          <p:nvPr/>
        </p:nvSpPr>
        <p:spPr>
          <a:xfrm flipH="1" rot="5400000">
            <a:off x="7855079" y="511882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5" name="Google Shape;1675;p101"/>
          <p:cNvSpPr/>
          <p:nvPr/>
        </p:nvSpPr>
        <p:spPr>
          <a:xfrm flipH="1" rot="5400000">
            <a:off x="8120804" y="1236182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6" name="Google Shape;1676;p101"/>
          <p:cNvSpPr/>
          <p:nvPr/>
        </p:nvSpPr>
        <p:spPr>
          <a:xfrm flipH="1" rot="5400000">
            <a:off x="8583754" y="4015757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7" name="Google Shape;1677;p101"/>
          <p:cNvSpPr/>
          <p:nvPr/>
        </p:nvSpPr>
        <p:spPr>
          <a:xfrm flipH="1" rot="5400000">
            <a:off x="8076379" y="3434657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8" name="Google Shape;1678;p101"/>
          <p:cNvSpPr/>
          <p:nvPr/>
        </p:nvSpPr>
        <p:spPr>
          <a:xfrm flipH="1" rot="-5400000">
            <a:off x="1170286" y="465366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8"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p102"/>
          <p:cNvSpPr txBox="1"/>
          <p:nvPr>
            <p:ph type="title"/>
          </p:nvPr>
        </p:nvSpPr>
        <p:spPr>
          <a:xfrm flipH="1">
            <a:off x="959002" y="2019725"/>
            <a:ext cx="3931200" cy="6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/>
        </p:txBody>
      </p:sp>
      <p:sp>
        <p:nvSpPr>
          <p:cNvPr id="1681" name="Google Shape;1681;p102"/>
          <p:cNvSpPr txBox="1"/>
          <p:nvPr>
            <p:ph idx="1" type="subTitle"/>
          </p:nvPr>
        </p:nvSpPr>
        <p:spPr>
          <a:xfrm flipH="1">
            <a:off x="959090" y="2565775"/>
            <a:ext cx="2998800" cy="5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Josefin Sans"/>
              <a:buNone/>
              <a:defRPr sz="15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82" name="Google Shape;1682;p102"/>
          <p:cNvSpPr/>
          <p:nvPr/>
        </p:nvSpPr>
        <p:spPr>
          <a:xfrm flipH="1" rot="-132439">
            <a:off x="305871" y="-39916"/>
            <a:ext cx="4818716" cy="780968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3" name="Google Shape;1683;p102"/>
          <p:cNvSpPr/>
          <p:nvPr/>
        </p:nvSpPr>
        <p:spPr>
          <a:xfrm flipH="1">
            <a:off x="402459" y="-132676"/>
            <a:ext cx="2393629" cy="966464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4" name="Google Shape;1684;p102"/>
          <p:cNvSpPr/>
          <p:nvPr/>
        </p:nvSpPr>
        <p:spPr>
          <a:xfrm flipH="1" rot="10800000">
            <a:off x="-272112" y="-10878"/>
            <a:ext cx="2096898" cy="98915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5" name="Google Shape;1685;p102"/>
          <p:cNvSpPr/>
          <p:nvPr/>
        </p:nvSpPr>
        <p:spPr>
          <a:xfrm flipH="1" rot="10800000">
            <a:off x="402451" y="1086487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6" name="Google Shape;1686;p102"/>
          <p:cNvSpPr/>
          <p:nvPr/>
        </p:nvSpPr>
        <p:spPr>
          <a:xfrm flipH="1" rot="10800000">
            <a:off x="1153051" y="648062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7" name="Google Shape;1687;p102"/>
          <p:cNvSpPr/>
          <p:nvPr/>
        </p:nvSpPr>
        <p:spPr>
          <a:xfrm flipH="1" rot="10800000">
            <a:off x="2859751" y="301212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8" name="Google Shape;1688;p102"/>
          <p:cNvSpPr/>
          <p:nvPr/>
        </p:nvSpPr>
        <p:spPr>
          <a:xfrm rot="-10667561">
            <a:off x="305871" y="4393835"/>
            <a:ext cx="4818716" cy="780968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9" name="Google Shape;1689;p102"/>
          <p:cNvSpPr/>
          <p:nvPr/>
        </p:nvSpPr>
        <p:spPr>
          <a:xfrm rot="10800000">
            <a:off x="402459" y="4301097"/>
            <a:ext cx="2393629" cy="966464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102"/>
          <p:cNvSpPr/>
          <p:nvPr/>
        </p:nvSpPr>
        <p:spPr>
          <a:xfrm>
            <a:off x="-272112" y="4156612"/>
            <a:ext cx="2096898" cy="98915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102"/>
          <p:cNvSpPr/>
          <p:nvPr/>
        </p:nvSpPr>
        <p:spPr>
          <a:xfrm>
            <a:off x="402451" y="3949699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102"/>
          <p:cNvSpPr/>
          <p:nvPr/>
        </p:nvSpPr>
        <p:spPr>
          <a:xfrm>
            <a:off x="1153051" y="438812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102"/>
          <p:cNvSpPr/>
          <p:nvPr/>
        </p:nvSpPr>
        <p:spPr>
          <a:xfrm>
            <a:off x="2859751" y="473497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102"/>
          <p:cNvSpPr/>
          <p:nvPr/>
        </p:nvSpPr>
        <p:spPr>
          <a:xfrm>
            <a:off x="5246676" y="4818274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102"/>
          <p:cNvSpPr/>
          <p:nvPr/>
        </p:nvSpPr>
        <p:spPr>
          <a:xfrm flipH="1" rot="10800000">
            <a:off x="5246676" y="153112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7_1">
    <p:spTree>
      <p:nvGrpSpPr>
        <p:cNvPr id="1696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p103"/>
          <p:cNvSpPr txBox="1"/>
          <p:nvPr>
            <p:ph type="title"/>
          </p:nvPr>
        </p:nvSpPr>
        <p:spPr>
          <a:xfrm>
            <a:off x="2693850" y="363275"/>
            <a:ext cx="3756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98" name="Google Shape;1698;p103"/>
          <p:cNvSpPr txBox="1"/>
          <p:nvPr>
            <p:ph idx="1" type="subTitle"/>
          </p:nvPr>
        </p:nvSpPr>
        <p:spPr>
          <a:xfrm>
            <a:off x="4655852" y="1414900"/>
            <a:ext cx="30453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699" name="Google Shape;1699;p103"/>
          <p:cNvSpPr txBox="1"/>
          <p:nvPr>
            <p:ph idx="2" type="subTitle"/>
          </p:nvPr>
        </p:nvSpPr>
        <p:spPr>
          <a:xfrm>
            <a:off x="4958476" y="1734025"/>
            <a:ext cx="2439900" cy="10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00" name="Google Shape;1700;p103"/>
          <p:cNvSpPr txBox="1"/>
          <p:nvPr>
            <p:ph idx="3" type="subTitle"/>
          </p:nvPr>
        </p:nvSpPr>
        <p:spPr>
          <a:xfrm>
            <a:off x="1442838" y="1414900"/>
            <a:ext cx="30453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701" name="Google Shape;1701;p103"/>
          <p:cNvSpPr txBox="1"/>
          <p:nvPr>
            <p:ph idx="4" type="subTitle"/>
          </p:nvPr>
        </p:nvSpPr>
        <p:spPr>
          <a:xfrm>
            <a:off x="1745688" y="1734025"/>
            <a:ext cx="2439900" cy="10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02" name="Google Shape;1702;p103"/>
          <p:cNvSpPr txBox="1"/>
          <p:nvPr>
            <p:ph idx="5" type="subTitle"/>
          </p:nvPr>
        </p:nvSpPr>
        <p:spPr>
          <a:xfrm>
            <a:off x="4655812" y="3160150"/>
            <a:ext cx="30453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703" name="Google Shape;1703;p103"/>
          <p:cNvSpPr txBox="1"/>
          <p:nvPr>
            <p:ph idx="6" type="subTitle"/>
          </p:nvPr>
        </p:nvSpPr>
        <p:spPr>
          <a:xfrm>
            <a:off x="4958476" y="3479274"/>
            <a:ext cx="2439900" cy="10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04" name="Google Shape;1704;p103"/>
          <p:cNvSpPr txBox="1"/>
          <p:nvPr>
            <p:ph idx="7" type="subTitle"/>
          </p:nvPr>
        </p:nvSpPr>
        <p:spPr>
          <a:xfrm>
            <a:off x="1442838" y="3160150"/>
            <a:ext cx="30453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705" name="Google Shape;1705;p103"/>
          <p:cNvSpPr txBox="1"/>
          <p:nvPr>
            <p:ph idx="8" type="subTitle"/>
          </p:nvPr>
        </p:nvSpPr>
        <p:spPr>
          <a:xfrm>
            <a:off x="1745688" y="3479274"/>
            <a:ext cx="2439900" cy="10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06" name="Google Shape;1706;p103"/>
          <p:cNvSpPr/>
          <p:nvPr/>
        </p:nvSpPr>
        <p:spPr>
          <a:xfrm flipH="1" rot="-5532439">
            <a:off x="-2045052" y="2322174"/>
            <a:ext cx="4818716" cy="780968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p103"/>
          <p:cNvSpPr/>
          <p:nvPr/>
        </p:nvSpPr>
        <p:spPr>
          <a:xfrm flipH="1" rot="-5400000">
            <a:off x="-832519" y="2826431"/>
            <a:ext cx="2393629" cy="966464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8" name="Google Shape;1708;p103"/>
          <p:cNvSpPr/>
          <p:nvPr/>
        </p:nvSpPr>
        <p:spPr>
          <a:xfrm flipH="1" rot="5400000">
            <a:off x="-551012" y="3638024"/>
            <a:ext cx="2096898" cy="98915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9" name="Google Shape;1709;p103"/>
          <p:cNvSpPr/>
          <p:nvPr/>
        </p:nvSpPr>
        <p:spPr>
          <a:xfrm flipH="1" rot="5400000">
            <a:off x="1100376" y="4407937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0" name="Google Shape;1710;p103"/>
          <p:cNvSpPr/>
          <p:nvPr/>
        </p:nvSpPr>
        <p:spPr>
          <a:xfrm flipH="1" rot="5400000">
            <a:off x="661951" y="3657337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103"/>
          <p:cNvSpPr/>
          <p:nvPr/>
        </p:nvSpPr>
        <p:spPr>
          <a:xfrm flipH="1" rot="5400000">
            <a:off x="315101" y="1950637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p103"/>
          <p:cNvSpPr/>
          <p:nvPr/>
        </p:nvSpPr>
        <p:spPr>
          <a:xfrm flipH="1" rot="5400000">
            <a:off x="458251" y="248212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3" name="Google Shape;1713;p103"/>
          <p:cNvSpPr/>
          <p:nvPr/>
        </p:nvSpPr>
        <p:spPr>
          <a:xfrm flipH="1" rot="5267561">
            <a:off x="6370324" y="1912069"/>
            <a:ext cx="4818716" cy="780968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4" name="Google Shape;1714;p103"/>
          <p:cNvSpPr/>
          <p:nvPr/>
        </p:nvSpPr>
        <p:spPr>
          <a:xfrm flipH="1" rot="5400000">
            <a:off x="7582879" y="1222315"/>
            <a:ext cx="2393629" cy="966464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5" name="Google Shape;1715;p103"/>
          <p:cNvSpPr/>
          <p:nvPr/>
        </p:nvSpPr>
        <p:spPr>
          <a:xfrm flipH="1" rot="-5400000">
            <a:off x="7598103" y="388035"/>
            <a:ext cx="2096898" cy="98915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6" name="Google Shape;1716;p103"/>
          <p:cNvSpPr/>
          <p:nvPr/>
        </p:nvSpPr>
        <p:spPr>
          <a:xfrm flipH="1" rot="-5400000">
            <a:off x="7945213" y="508574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7" name="Google Shape;1717;p103"/>
          <p:cNvSpPr/>
          <p:nvPr/>
        </p:nvSpPr>
        <p:spPr>
          <a:xfrm flipH="1" rot="-5400000">
            <a:off x="8383638" y="125917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8" name="Google Shape;1718;p103"/>
          <p:cNvSpPr/>
          <p:nvPr/>
        </p:nvSpPr>
        <p:spPr>
          <a:xfrm flipH="1" rot="-5400000">
            <a:off x="8730488" y="296587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9" name="Google Shape;1719;p103"/>
          <p:cNvSpPr/>
          <p:nvPr/>
        </p:nvSpPr>
        <p:spPr>
          <a:xfrm flipH="1" rot="-5400000">
            <a:off x="8522238" y="4603499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">
  <p:cSld name="CUSTOM_9">
    <p:spTree>
      <p:nvGrpSpPr>
        <p:cNvPr id="1720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p104"/>
          <p:cNvSpPr txBox="1"/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722" name="Google Shape;1722;p104"/>
          <p:cNvSpPr txBox="1"/>
          <p:nvPr>
            <p:ph idx="1" type="subTitle"/>
          </p:nvPr>
        </p:nvSpPr>
        <p:spPr>
          <a:xfrm>
            <a:off x="3328957" y="234355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723" name="Google Shape;1723;p104"/>
          <p:cNvSpPr txBox="1"/>
          <p:nvPr>
            <p:ph idx="2" type="subTitle"/>
          </p:nvPr>
        </p:nvSpPr>
        <p:spPr>
          <a:xfrm>
            <a:off x="3482707" y="2662675"/>
            <a:ext cx="21786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24" name="Google Shape;1724;p104"/>
          <p:cNvSpPr txBox="1"/>
          <p:nvPr>
            <p:ph idx="3" type="subTitle"/>
          </p:nvPr>
        </p:nvSpPr>
        <p:spPr>
          <a:xfrm>
            <a:off x="791813" y="234355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725" name="Google Shape;1725;p104"/>
          <p:cNvSpPr txBox="1"/>
          <p:nvPr>
            <p:ph idx="4" type="subTitle"/>
          </p:nvPr>
        </p:nvSpPr>
        <p:spPr>
          <a:xfrm>
            <a:off x="945563" y="2662675"/>
            <a:ext cx="21786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26" name="Google Shape;1726;p104"/>
          <p:cNvSpPr txBox="1"/>
          <p:nvPr>
            <p:ph idx="5" type="subTitle"/>
          </p:nvPr>
        </p:nvSpPr>
        <p:spPr>
          <a:xfrm>
            <a:off x="5866075" y="234355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727" name="Google Shape;1727;p104"/>
          <p:cNvSpPr txBox="1"/>
          <p:nvPr>
            <p:ph idx="6" type="subTitle"/>
          </p:nvPr>
        </p:nvSpPr>
        <p:spPr>
          <a:xfrm>
            <a:off x="6019825" y="2662675"/>
            <a:ext cx="21786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28" name="Google Shape;1728;p104"/>
          <p:cNvSpPr/>
          <p:nvPr/>
        </p:nvSpPr>
        <p:spPr>
          <a:xfrm rot="10800000">
            <a:off x="2531291" y="4235323"/>
            <a:ext cx="5428956" cy="1009852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104"/>
          <p:cNvSpPr/>
          <p:nvPr/>
        </p:nvSpPr>
        <p:spPr>
          <a:xfrm rot="5400000">
            <a:off x="3108924" y="2854084"/>
            <a:ext cx="1442280" cy="3563817"/>
          </a:xfrm>
          <a:custGeom>
            <a:rect b="b" l="l" r="r" t="t"/>
            <a:pathLst>
              <a:path extrusionOk="0" h="44420" w="24039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104"/>
          <p:cNvSpPr/>
          <p:nvPr/>
        </p:nvSpPr>
        <p:spPr>
          <a:xfrm>
            <a:off x="3682950" y="4420625"/>
            <a:ext cx="2132100" cy="123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Google Shape;1731;p104"/>
          <p:cNvSpPr/>
          <p:nvPr/>
        </p:nvSpPr>
        <p:spPr>
          <a:xfrm flipH="1" rot="10800000">
            <a:off x="3968688" y="407182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2" name="Google Shape;1732;p104"/>
          <p:cNvSpPr/>
          <p:nvPr/>
        </p:nvSpPr>
        <p:spPr>
          <a:xfrm flipH="1" rot="10800000">
            <a:off x="5921426" y="455415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3" name="Google Shape;1733;p104"/>
          <p:cNvSpPr/>
          <p:nvPr/>
        </p:nvSpPr>
        <p:spPr>
          <a:xfrm flipH="1" rot="10800000">
            <a:off x="1267213" y="452174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104"/>
          <p:cNvSpPr/>
          <p:nvPr/>
        </p:nvSpPr>
        <p:spPr>
          <a:xfrm flipH="1" rot="10800000">
            <a:off x="8100026" y="475290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5" name="Google Shape;1735;p104"/>
          <p:cNvSpPr/>
          <p:nvPr/>
        </p:nvSpPr>
        <p:spPr>
          <a:xfrm flipH="1" rot="10800000">
            <a:off x="6505813" y="485159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6" name="Google Shape;1736;p104"/>
          <p:cNvSpPr/>
          <p:nvPr/>
        </p:nvSpPr>
        <p:spPr>
          <a:xfrm flipH="1" rot="10800000">
            <a:off x="1985676" y="410423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0">
    <p:spTree>
      <p:nvGrpSpPr>
        <p:cNvPr id="1737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Google Shape;1738;p105"/>
          <p:cNvSpPr txBox="1"/>
          <p:nvPr>
            <p:ph type="title"/>
          </p:nvPr>
        </p:nvSpPr>
        <p:spPr>
          <a:xfrm>
            <a:off x="2571750" y="363275"/>
            <a:ext cx="400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739" name="Google Shape;1739;p105"/>
          <p:cNvSpPr txBox="1"/>
          <p:nvPr>
            <p:ph idx="1" type="subTitle"/>
          </p:nvPr>
        </p:nvSpPr>
        <p:spPr>
          <a:xfrm>
            <a:off x="5091350" y="3794700"/>
            <a:ext cx="22056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740" name="Google Shape;1740;p105"/>
          <p:cNvSpPr txBox="1"/>
          <p:nvPr>
            <p:ph idx="2" type="subTitle"/>
          </p:nvPr>
        </p:nvSpPr>
        <p:spPr>
          <a:xfrm>
            <a:off x="4948200" y="4089750"/>
            <a:ext cx="2488200" cy="64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41" name="Google Shape;1741;p105"/>
          <p:cNvSpPr txBox="1"/>
          <p:nvPr>
            <p:ph idx="3" type="subTitle"/>
          </p:nvPr>
        </p:nvSpPr>
        <p:spPr>
          <a:xfrm>
            <a:off x="1901200" y="3794700"/>
            <a:ext cx="2007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742" name="Google Shape;1742;p105"/>
          <p:cNvSpPr txBox="1"/>
          <p:nvPr>
            <p:ph idx="4" type="subTitle"/>
          </p:nvPr>
        </p:nvSpPr>
        <p:spPr>
          <a:xfrm>
            <a:off x="1800500" y="4089750"/>
            <a:ext cx="2205600" cy="64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43" name="Google Shape;1743;p105"/>
          <p:cNvSpPr/>
          <p:nvPr/>
        </p:nvSpPr>
        <p:spPr>
          <a:xfrm rot="-5400000">
            <a:off x="-687297" y="596629"/>
            <a:ext cx="2810674" cy="1198053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4" name="Google Shape;1744;p105"/>
          <p:cNvSpPr/>
          <p:nvPr/>
        </p:nvSpPr>
        <p:spPr>
          <a:xfrm rot="-5400000">
            <a:off x="-1281850" y="1134665"/>
            <a:ext cx="2860647" cy="751611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5" name="Google Shape;1745;p105"/>
          <p:cNvSpPr/>
          <p:nvPr/>
        </p:nvSpPr>
        <p:spPr>
          <a:xfrm rot="5400000">
            <a:off x="466981" y="119573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6" name="Google Shape;1746;p105"/>
          <p:cNvSpPr/>
          <p:nvPr/>
        </p:nvSpPr>
        <p:spPr>
          <a:xfrm rot="5400000">
            <a:off x="-494883" y="208694"/>
            <a:ext cx="1990610" cy="1054010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7" name="Google Shape;1747;p105"/>
          <p:cNvSpPr/>
          <p:nvPr/>
        </p:nvSpPr>
        <p:spPr>
          <a:xfrm rot="5400000">
            <a:off x="928869" y="99919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8" name="Google Shape;1748;p105"/>
          <p:cNvSpPr/>
          <p:nvPr/>
        </p:nvSpPr>
        <p:spPr>
          <a:xfrm rot="-5400000">
            <a:off x="269256" y="284224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9" name="Google Shape;1749;p105"/>
          <p:cNvSpPr/>
          <p:nvPr/>
        </p:nvSpPr>
        <p:spPr>
          <a:xfrm rot="5400000">
            <a:off x="7087547" y="3261706"/>
            <a:ext cx="2810674" cy="1198053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p105"/>
          <p:cNvSpPr/>
          <p:nvPr/>
        </p:nvSpPr>
        <p:spPr>
          <a:xfrm rot="5400000">
            <a:off x="7632127" y="3170112"/>
            <a:ext cx="2860647" cy="751611"/>
          </a:xfrm>
          <a:custGeom>
            <a:rect b="b" l="l" r="r" t="t"/>
            <a:pathLst>
              <a:path extrusionOk="0" h="43165" w="72716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1" name="Google Shape;1751;p105"/>
          <p:cNvSpPr/>
          <p:nvPr/>
        </p:nvSpPr>
        <p:spPr>
          <a:xfrm rot="-5400000">
            <a:off x="8580444" y="369715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2" name="Google Shape;1752;p105"/>
          <p:cNvSpPr/>
          <p:nvPr/>
        </p:nvSpPr>
        <p:spPr>
          <a:xfrm rot="-5400000">
            <a:off x="7715198" y="3793684"/>
            <a:ext cx="1990610" cy="1054010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3" name="Google Shape;1753;p105"/>
          <p:cNvSpPr/>
          <p:nvPr/>
        </p:nvSpPr>
        <p:spPr>
          <a:xfrm rot="-5400000">
            <a:off x="8183656" y="395849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4" name="Google Shape;1754;p105"/>
          <p:cNvSpPr/>
          <p:nvPr/>
        </p:nvSpPr>
        <p:spPr>
          <a:xfrm rot="5400000">
            <a:off x="8843269" y="211544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5" name="Google Shape;1755;p105"/>
          <p:cNvSpPr/>
          <p:nvPr/>
        </p:nvSpPr>
        <p:spPr>
          <a:xfrm rot="-5400000">
            <a:off x="7541144" y="468090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6" name="Google Shape;1756;p105"/>
          <p:cNvSpPr/>
          <p:nvPr/>
        </p:nvSpPr>
        <p:spPr>
          <a:xfrm rot="5400000">
            <a:off x="1506281" y="21198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1757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p106"/>
          <p:cNvSpPr txBox="1"/>
          <p:nvPr>
            <p:ph type="title"/>
          </p:nvPr>
        </p:nvSpPr>
        <p:spPr>
          <a:xfrm>
            <a:off x="2629950" y="989275"/>
            <a:ext cx="3884100" cy="93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759" name="Google Shape;1759;p106"/>
          <p:cNvSpPr txBox="1"/>
          <p:nvPr>
            <p:ph idx="1" type="subTitle"/>
          </p:nvPr>
        </p:nvSpPr>
        <p:spPr>
          <a:xfrm>
            <a:off x="3043615" y="1769613"/>
            <a:ext cx="3066900" cy="10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0" name="Google Shape;1760;p106"/>
          <p:cNvSpPr txBox="1"/>
          <p:nvPr>
            <p:ph idx="2" type="subTitle"/>
          </p:nvPr>
        </p:nvSpPr>
        <p:spPr>
          <a:xfrm>
            <a:off x="2676890" y="3876500"/>
            <a:ext cx="3790200" cy="2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>
                <a:solidFill>
                  <a:schemeClr val="dk1"/>
                </a:solidFill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1" name="Google Shape;1761;p106"/>
          <p:cNvSpPr txBox="1"/>
          <p:nvPr/>
        </p:nvSpPr>
        <p:spPr>
          <a:xfrm>
            <a:off x="2924390" y="3270788"/>
            <a:ext cx="32952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</a:t>
            </a: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 This presentation template was created by</a:t>
            </a:r>
            <a:r>
              <a:rPr b="1"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including icons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infographics &amp; images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62" name="Google Shape;1762;p106"/>
          <p:cNvSpPr/>
          <p:nvPr/>
        </p:nvSpPr>
        <p:spPr>
          <a:xfrm rot="-5538951">
            <a:off x="-2574537" y="1029968"/>
            <a:ext cx="6383009" cy="1326004"/>
          </a:xfrm>
          <a:custGeom>
            <a:rect b="b" l="l" r="r" t="t"/>
            <a:pathLst>
              <a:path extrusionOk="0" h="14785" w="79484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106"/>
          <p:cNvSpPr/>
          <p:nvPr/>
        </p:nvSpPr>
        <p:spPr>
          <a:xfrm flipH="1" rot="5400000">
            <a:off x="-1065756" y="2741763"/>
            <a:ext cx="3598025" cy="1537331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106"/>
          <p:cNvSpPr/>
          <p:nvPr/>
        </p:nvSpPr>
        <p:spPr>
          <a:xfrm flipH="1" rot="5400000">
            <a:off x="-627512" y="3888154"/>
            <a:ext cx="2023800" cy="1071475"/>
          </a:xfrm>
          <a:custGeom>
            <a:rect b="b" l="l" r="r" t="t"/>
            <a:pathLst>
              <a:path extrusionOk="0" h="42859" w="80952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Google Shape;1765;p106"/>
          <p:cNvSpPr/>
          <p:nvPr/>
        </p:nvSpPr>
        <p:spPr>
          <a:xfrm>
            <a:off x="771800" y="275750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6" name="Google Shape;1766;p106"/>
          <p:cNvSpPr/>
          <p:nvPr/>
        </p:nvSpPr>
        <p:spPr>
          <a:xfrm>
            <a:off x="1553300" y="3452550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7" name="Google Shape;1767;p106"/>
          <p:cNvSpPr/>
          <p:nvPr/>
        </p:nvSpPr>
        <p:spPr>
          <a:xfrm>
            <a:off x="804350" y="105132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8" name="Google Shape;1768;p106"/>
          <p:cNvSpPr/>
          <p:nvPr/>
        </p:nvSpPr>
        <p:spPr>
          <a:xfrm>
            <a:off x="1169650" y="3551250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9" name="Google Shape;1769;p106"/>
          <p:cNvSpPr/>
          <p:nvPr/>
        </p:nvSpPr>
        <p:spPr>
          <a:xfrm>
            <a:off x="376488" y="71690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70" name="Google Shape;1770;p106"/>
          <p:cNvGrpSpPr/>
          <p:nvPr/>
        </p:nvGrpSpPr>
        <p:grpSpPr>
          <a:xfrm rot="10800000">
            <a:off x="7695844" y="-223188"/>
            <a:ext cx="1676378" cy="6958517"/>
            <a:chOff x="-174456" y="-1522725"/>
            <a:chExt cx="1676378" cy="6958517"/>
          </a:xfrm>
        </p:grpSpPr>
        <p:sp>
          <p:nvSpPr>
            <p:cNvPr id="1771" name="Google Shape;1771;p106"/>
            <p:cNvSpPr/>
            <p:nvPr/>
          </p:nvSpPr>
          <p:spPr>
            <a:xfrm rot="-5538951">
              <a:off x="-2574537" y="1029968"/>
              <a:ext cx="6383009" cy="1326004"/>
            </a:xfrm>
            <a:custGeom>
              <a:rect b="b" l="l" r="r" t="t"/>
              <a:pathLst>
                <a:path extrusionOk="0" h="14785" w="79484">
                  <a:moveTo>
                    <a:pt x="64823" y="0"/>
                  </a:moveTo>
                  <a:cubicBezTo>
                    <a:pt x="56730" y="0"/>
                    <a:pt x="48629" y="357"/>
                    <a:pt x="40537" y="566"/>
                  </a:cubicBezTo>
                  <a:cubicBezTo>
                    <a:pt x="32882" y="767"/>
                    <a:pt x="25204" y="856"/>
                    <a:pt x="17548" y="856"/>
                  </a:cubicBezTo>
                  <a:lnTo>
                    <a:pt x="6188" y="856"/>
                  </a:lnTo>
                  <a:cubicBezTo>
                    <a:pt x="5806" y="856"/>
                    <a:pt x="5327" y="841"/>
                    <a:pt x="4808" y="841"/>
                  </a:cubicBezTo>
                  <a:cubicBezTo>
                    <a:pt x="2720" y="841"/>
                    <a:pt x="0" y="1085"/>
                    <a:pt x="519" y="3534"/>
                  </a:cubicBezTo>
                  <a:cubicBezTo>
                    <a:pt x="1166" y="6614"/>
                    <a:pt x="4269" y="9560"/>
                    <a:pt x="6746" y="11190"/>
                  </a:cubicBezTo>
                  <a:cubicBezTo>
                    <a:pt x="10540" y="13712"/>
                    <a:pt x="15160" y="14738"/>
                    <a:pt x="19713" y="14783"/>
                  </a:cubicBezTo>
                  <a:cubicBezTo>
                    <a:pt x="19807" y="14784"/>
                    <a:pt x="19901" y="14784"/>
                    <a:pt x="19995" y="14784"/>
                  </a:cubicBezTo>
                  <a:cubicBezTo>
                    <a:pt x="22334" y="14784"/>
                    <a:pt x="24671" y="14518"/>
                    <a:pt x="26967" y="14024"/>
                  </a:cubicBezTo>
                  <a:cubicBezTo>
                    <a:pt x="29891" y="13377"/>
                    <a:pt x="32703" y="12350"/>
                    <a:pt x="35515" y="11324"/>
                  </a:cubicBezTo>
                  <a:cubicBezTo>
                    <a:pt x="42724" y="8712"/>
                    <a:pt x="50045" y="6235"/>
                    <a:pt x="57633" y="5141"/>
                  </a:cubicBezTo>
                  <a:cubicBezTo>
                    <a:pt x="61727" y="4546"/>
                    <a:pt x="65864" y="4360"/>
                    <a:pt x="70011" y="4360"/>
                  </a:cubicBezTo>
                  <a:cubicBezTo>
                    <a:pt x="73167" y="4360"/>
                    <a:pt x="76330" y="4468"/>
                    <a:pt x="79484" y="4583"/>
                  </a:cubicBezTo>
                  <a:cubicBezTo>
                    <a:pt x="79461" y="3222"/>
                    <a:pt x="79439" y="1860"/>
                    <a:pt x="79439" y="499"/>
                  </a:cubicBezTo>
                  <a:cubicBezTo>
                    <a:pt x="74572" y="130"/>
                    <a:pt x="69699" y="0"/>
                    <a:pt x="648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106"/>
            <p:cNvSpPr/>
            <p:nvPr/>
          </p:nvSpPr>
          <p:spPr>
            <a:xfrm flipH="1" rot="5400000">
              <a:off x="-1065756" y="2741763"/>
              <a:ext cx="3598025" cy="1537331"/>
            </a:xfrm>
            <a:custGeom>
              <a:rect b="b" l="l" r="r" t="t"/>
              <a:pathLst>
                <a:path extrusionOk="0" h="61524" w="143993">
                  <a:moveTo>
                    <a:pt x="25900" y="1"/>
                  </a:moveTo>
                  <a:cubicBezTo>
                    <a:pt x="11671" y="1"/>
                    <a:pt x="1" y="8596"/>
                    <a:pt x="1" y="8596"/>
                  </a:cubicBezTo>
                  <a:lnTo>
                    <a:pt x="186" y="61523"/>
                  </a:lnTo>
                  <a:lnTo>
                    <a:pt x="143993" y="61523"/>
                  </a:lnTo>
                  <a:cubicBezTo>
                    <a:pt x="138074" y="43327"/>
                    <a:pt x="128448" y="39288"/>
                    <a:pt x="117124" y="39288"/>
                  </a:cubicBezTo>
                  <a:cubicBezTo>
                    <a:pt x="108085" y="39288"/>
                    <a:pt x="97965" y="41861"/>
                    <a:pt x="87783" y="41861"/>
                  </a:cubicBezTo>
                  <a:cubicBezTo>
                    <a:pt x="83897" y="41861"/>
                    <a:pt x="80003" y="41486"/>
                    <a:pt x="76156" y="40451"/>
                  </a:cubicBezTo>
                  <a:cubicBezTo>
                    <a:pt x="58842" y="35830"/>
                    <a:pt x="64326" y="18763"/>
                    <a:pt x="43685" y="5269"/>
                  </a:cubicBezTo>
                  <a:cubicBezTo>
                    <a:pt x="37737" y="1386"/>
                    <a:pt x="31612" y="1"/>
                    <a:pt x="259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106"/>
            <p:cNvSpPr/>
            <p:nvPr/>
          </p:nvSpPr>
          <p:spPr>
            <a:xfrm flipH="1" rot="5400000">
              <a:off x="-627512" y="3888154"/>
              <a:ext cx="2023800" cy="1071475"/>
            </a:xfrm>
            <a:custGeom>
              <a:rect b="b" l="l" r="r" t="t"/>
              <a:pathLst>
                <a:path extrusionOk="0" h="42859" w="80952">
                  <a:moveTo>
                    <a:pt x="7027" y="1"/>
                  </a:moveTo>
                  <a:cubicBezTo>
                    <a:pt x="6872" y="1"/>
                    <a:pt x="6717" y="3"/>
                    <a:pt x="6562" y="7"/>
                  </a:cubicBezTo>
                  <a:cubicBezTo>
                    <a:pt x="4866" y="30"/>
                    <a:pt x="3192" y="387"/>
                    <a:pt x="1629" y="1056"/>
                  </a:cubicBezTo>
                  <a:cubicBezTo>
                    <a:pt x="0" y="1793"/>
                    <a:pt x="89" y="2418"/>
                    <a:pt x="335" y="4114"/>
                  </a:cubicBezTo>
                  <a:cubicBezTo>
                    <a:pt x="982" y="8332"/>
                    <a:pt x="1652" y="12528"/>
                    <a:pt x="2321" y="16724"/>
                  </a:cubicBezTo>
                  <a:lnTo>
                    <a:pt x="4241" y="29022"/>
                  </a:lnTo>
                  <a:cubicBezTo>
                    <a:pt x="4866" y="32972"/>
                    <a:pt x="6160" y="37347"/>
                    <a:pt x="6160" y="41342"/>
                  </a:cubicBezTo>
                  <a:cubicBezTo>
                    <a:pt x="6227" y="41676"/>
                    <a:pt x="6294" y="42056"/>
                    <a:pt x="6562" y="42257"/>
                  </a:cubicBezTo>
                  <a:cubicBezTo>
                    <a:pt x="6776" y="42374"/>
                    <a:pt x="7008" y="42440"/>
                    <a:pt x="7256" y="42440"/>
                  </a:cubicBezTo>
                  <a:cubicBezTo>
                    <a:pt x="7292" y="42440"/>
                    <a:pt x="7328" y="42438"/>
                    <a:pt x="7365" y="42435"/>
                  </a:cubicBezTo>
                  <a:cubicBezTo>
                    <a:pt x="18275" y="42693"/>
                    <a:pt x="29189" y="42859"/>
                    <a:pt x="40102" y="42859"/>
                  </a:cubicBezTo>
                  <a:cubicBezTo>
                    <a:pt x="53724" y="42859"/>
                    <a:pt x="67345" y="42601"/>
                    <a:pt x="80951" y="41944"/>
                  </a:cubicBezTo>
                  <a:cubicBezTo>
                    <a:pt x="71220" y="38596"/>
                    <a:pt x="61154" y="36409"/>
                    <a:pt x="50910" y="35450"/>
                  </a:cubicBezTo>
                  <a:cubicBezTo>
                    <a:pt x="46357" y="35003"/>
                    <a:pt x="41513" y="34735"/>
                    <a:pt x="37741" y="32124"/>
                  </a:cubicBezTo>
                  <a:cubicBezTo>
                    <a:pt x="33880" y="29423"/>
                    <a:pt x="31939" y="24781"/>
                    <a:pt x="30443" y="20317"/>
                  </a:cubicBezTo>
                  <a:cubicBezTo>
                    <a:pt x="28948" y="15854"/>
                    <a:pt x="27609" y="11144"/>
                    <a:pt x="24439" y="7663"/>
                  </a:cubicBezTo>
                  <a:cubicBezTo>
                    <a:pt x="22676" y="5743"/>
                    <a:pt x="20422" y="4315"/>
                    <a:pt x="18123" y="3087"/>
                  </a:cubicBezTo>
                  <a:cubicBezTo>
                    <a:pt x="14732" y="1327"/>
                    <a:pt x="10908" y="1"/>
                    <a:pt x="7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74" name="Google Shape;1774;p106"/>
          <p:cNvSpPr/>
          <p:nvPr/>
        </p:nvSpPr>
        <p:spPr>
          <a:xfrm flipH="1" rot="10800000">
            <a:off x="7981650" y="2860425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5" name="Google Shape;1775;p106"/>
          <p:cNvSpPr/>
          <p:nvPr/>
        </p:nvSpPr>
        <p:spPr>
          <a:xfrm flipH="1" rot="10800000">
            <a:off x="8332050" y="1975150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p106"/>
          <p:cNvSpPr/>
          <p:nvPr/>
        </p:nvSpPr>
        <p:spPr>
          <a:xfrm flipH="1" rot="10800000">
            <a:off x="7932450" y="42871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7" name="Google Shape;1777;p106"/>
          <p:cNvSpPr/>
          <p:nvPr/>
        </p:nvSpPr>
        <p:spPr>
          <a:xfrm flipH="1" rot="10800000">
            <a:off x="7695850" y="17277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8" name="Google Shape;1778;p106"/>
          <p:cNvSpPr/>
          <p:nvPr/>
        </p:nvSpPr>
        <p:spPr>
          <a:xfrm flipH="1" rot="10800000">
            <a:off x="8299488" y="449200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1_1">
    <p:spTree>
      <p:nvGrpSpPr>
        <p:cNvPr id="1779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p107"/>
          <p:cNvSpPr txBox="1"/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781" name="Google Shape;1781;p107"/>
          <p:cNvSpPr txBox="1"/>
          <p:nvPr>
            <p:ph idx="1" type="subTitle"/>
          </p:nvPr>
        </p:nvSpPr>
        <p:spPr>
          <a:xfrm>
            <a:off x="2115575" y="1535450"/>
            <a:ext cx="2007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782" name="Google Shape;1782;p107"/>
          <p:cNvSpPr txBox="1"/>
          <p:nvPr>
            <p:ph idx="2" type="subTitle"/>
          </p:nvPr>
        </p:nvSpPr>
        <p:spPr>
          <a:xfrm>
            <a:off x="2016350" y="2145400"/>
            <a:ext cx="5111400" cy="17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83" name="Google Shape;1783;p107"/>
          <p:cNvSpPr/>
          <p:nvPr/>
        </p:nvSpPr>
        <p:spPr>
          <a:xfrm flipH="1">
            <a:off x="-178543" y="-118290"/>
            <a:ext cx="3204343" cy="1651139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4" name="Google Shape;1784;p107"/>
          <p:cNvSpPr/>
          <p:nvPr/>
        </p:nvSpPr>
        <p:spPr>
          <a:xfrm flipH="1" rot="10800000">
            <a:off x="-278322" y="-72669"/>
            <a:ext cx="2420522" cy="1034218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5" name="Google Shape;1785;p107"/>
          <p:cNvSpPr/>
          <p:nvPr/>
        </p:nvSpPr>
        <p:spPr>
          <a:xfrm rot="-10484947">
            <a:off x="-734940" y="-411807"/>
            <a:ext cx="1843431" cy="869285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6" name="Google Shape;1786;p107"/>
          <p:cNvSpPr/>
          <p:nvPr/>
        </p:nvSpPr>
        <p:spPr>
          <a:xfrm flipH="1" rot="10800000">
            <a:off x="1722238" y="45824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7" name="Google Shape;1787;p107"/>
          <p:cNvSpPr/>
          <p:nvPr/>
        </p:nvSpPr>
        <p:spPr>
          <a:xfrm flipH="1" rot="10800000">
            <a:off x="832326" y="69715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8" name="Google Shape;1788;p107"/>
          <p:cNvSpPr/>
          <p:nvPr/>
        </p:nvSpPr>
        <p:spPr>
          <a:xfrm flipH="1" rot="10800000">
            <a:off x="61551" y="158193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CUSTOM_11">
    <p:spTree>
      <p:nvGrpSpPr>
        <p:cNvPr id="1789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p108"/>
          <p:cNvSpPr txBox="1"/>
          <p:nvPr>
            <p:ph type="title"/>
          </p:nvPr>
        </p:nvSpPr>
        <p:spPr>
          <a:xfrm>
            <a:off x="3105950" y="363275"/>
            <a:ext cx="293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791" name="Google Shape;1791;p108"/>
          <p:cNvSpPr txBox="1"/>
          <p:nvPr>
            <p:ph idx="1" type="subTitle"/>
          </p:nvPr>
        </p:nvSpPr>
        <p:spPr>
          <a:xfrm>
            <a:off x="760275" y="1535450"/>
            <a:ext cx="2007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792" name="Google Shape;1792;p108"/>
          <p:cNvSpPr txBox="1"/>
          <p:nvPr>
            <p:ph idx="2" type="subTitle"/>
          </p:nvPr>
        </p:nvSpPr>
        <p:spPr>
          <a:xfrm>
            <a:off x="540000" y="2145400"/>
            <a:ext cx="3834000" cy="17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93" name="Google Shape;1793;p108"/>
          <p:cNvSpPr txBox="1"/>
          <p:nvPr>
            <p:ph idx="3" type="subTitle"/>
          </p:nvPr>
        </p:nvSpPr>
        <p:spPr>
          <a:xfrm>
            <a:off x="4564200" y="1535450"/>
            <a:ext cx="2007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7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b="1"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794" name="Google Shape;1794;p108"/>
          <p:cNvSpPr txBox="1"/>
          <p:nvPr>
            <p:ph idx="4" type="subTitle"/>
          </p:nvPr>
        </p:nvSpPr>
        <p:spPr>
          <a:xfrm>
            <a:off x="4440600" y="2145400"/>
            <a:ext cx="3834000" cy="17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95" name="Google Shape;1795;p108"/>
          <p:cNvSpPr/>
          <p:nvPr/>
        </p:nvSpPr>
        <p:spPr>
          <a:xfrm>
            <a:off x="6082076" y="-118290"/>
            <a:ext cx="3204343" cy="1651139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108"/>
          <p:cNvSpPr/>
          <p:nvPr/>
        </p:nvSpPr>
        <p:spPr>
          <a:xfrm rot="10800000">
            <a:off x="6965676" y="-72669"/>
            <a:ext cx="2420522" cy="1034218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108"/>
          <p:cNvSpPr/>
          <p:nvPr/>
        </p:nvSpPr>
        <p:spPr>
          <a:xfrm flipH="1" rot="10484947">
            <a:off x="7999385" y="-411807"/>
            <a:ext cx="1843431" cy="869285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108"/>
          <p:cNvSpPr/>
          <p:nvPr/>
        </p:nvSpPr>
        <p:spPr>
          <a:xfrm rot="10800000">
            <a:off x="7222138" y="45824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Google Shape;1799;p108"/>
          <p:cNvSpPr/>
          <p:nvPr/>
        </p:nvSpPr>
        <p:spPr>
          <a:xfrm rot="10800000">
            <a:off x="8177150" y="69715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0" name="Google Shape;1800;p108"/>
          <p:cNvSpPr/>
          <p:nvPr/>
        </p:nvSpPr>
        <p:spPr>
          <a:xfrm rot="10800000">
            <a:off x="8947925" y="158193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47.xml"/><Relationship Id="rId24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49.xml"/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26" Type="http://schemas.openxmlformats.org/officeDocument/2006/relationships/slideLayout" Target="../slideLayouts/slideLayout52.xml"/><Relationship Id="rId25" Type="http://schemas.openxmlformats.org/officeDocument/2006/relationships/slideLayout" Target="../slideLayouts/slideLayout51.xml"/><Relationship Id="rId27" Type="http://schemas.openxmlformats.org/officeDocument/2006/relationships/theme" Target="../theme/theme2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44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72.xml"/><Relationship Id="rId22" Type="http://schemas.openxmlformats.org/officeDocument/2006/relationships/slideLayout" Target="../slideLayouts/slideLayout74.xml"/><Relationship Id="rId21" Type="http://schemas.openxmlformats.org/officeDocument/2006/relationships/slideLayout" Target="../slideLayouts/slideLayout73.xml"/><Relationship Id="rId24" Type="http://schemas.openxmlformats.org/officeDocument/2006/relationships/slideLayout" Target="../slideLayouts/slideLayout76.xml"/><Relationship Id="rId23" Type="http://schemas.openxmlformats.org/officeDocument/2006/relationships/slideLayout" Target="../slideLayouts/slideLayout75.xml"/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26" Type="http://schemas.openxmlformats.org/officeDocument/2006/relationships/slideLayout" Target="../slideLayouts/slideLayout78.xml"/><Relationship Id="rId25" Type="http://schemas.openxmlformats.org/officeDocument/2006/relationships/slideLayout" Target="../slideLayouts/slideLayout77.xml"/><Relationship Id="rId27" Type="http://schemas.openxmlformats.org/officeDocument/2006/relationships/theme" Target="../theme/theme3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68.xml"/><Relationship Id="rId19" Type="http://schemas.openxmlformats.org/officeDocument/2006/relationships/slideLayout" Target="../slideLayouts/slideLayout71.xml"/><Relationship Id="rId18" Type="http://schemas.openxmlformats.org/officeDocument/2006/relationships/slideLayout" Target="../slideLayouts/slideLayout70.xml"/></Relationships>
</file>

<file path=ppt/slideMasters/_rels/slideMaster4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98.xml"/><Relationship Id="rId22" Type="http://schemas.openxmlformats.org/officeDocument/2006/relationships/slideLayout" Target="../slideLayouts/slideLayout100.xml"/><Relationship Id="rId21" Type="http://schemas.openxmlformats.org/officeDocument/2006/relationships/slideLayout" Target="../slideLayouts/slideLayout99.xml"/><Relationship Id="rId24" Type="http://schemas.openxmlformats.org/officeDocument/2006/relationships/slideLayout" Target="../slideLayouts/slideLayout102.xml"/><Relationship Id="rId23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79.xml"/><Relationship Id="rId2" Type="http://schemas.openxmlformats.org/officeDocument/2006/relationships/slideLayout" Target="../slideLayouts/slideLayout80.xml"/><Relationship Id="rId3" Type="http://schemas.openxmlformats.org/officeDocument/2006/relationships/slideLayout" Target="../slideLayouts/slideLayout81.xml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Relationship Id="rId26" Type="http://schemas.openxmlformats.org/officeDocument/2006/relationships/slideLayout" Target="../slideLayouts/slideLayout104.xml"/><Relationship Id="rId25" Type="http://schemas.openxmlformats.org/officeDocument/2006/relationships/slideLayout" Target="../slideLayouts/slideLayout103.xml"/><Relationship Id="rId27" Type="http://schemas.openxmlformats.org/officeDocument/2006/relationships/theme" Target="../theme/theme5.xml"/><Relationship Id="rId5" Type="http://schemas.openxmlformats.org/officeDocument/2006/relationships/slideLayout" Target="../slideLayouts/slideLayout83.xml"/><Relationship Id="rId6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5.xml"/><Relationship Id="rId8" Type="http://schemas.openxmlformats.org/officeDocument/2006/relationships/slideLayout" Target="../slideLayouts/slideLayout86.xml"/><Relationship Id="rId11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88.xml"/><Relationship Id="rId13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0.xml"/><Relationship Id="rId15" Type="http://schemas.openxmlformats.org/officeDocument/2006/relationships/slideLayout" Target="../slideLayouts/slideLayout93.xml"/><Relationship Id="rId14" Type="http://schemas.openxmlformats.org/officeDocument/2006/relationships/slideLayout" Target="../slideLayouts/slideLayout92.xml"/><Relationship Id="rId17" Type="http://schemas.openxmlformats.org/officeDocument/2006/relationships/slideLayout" Target="../slideLayouts/slideLayout95.xml"/><Relationship Id="rId16" Type="http://schemas.openxmlformats.org/officeDocument/2006/relationships/slideLayout" Target="../slideLayouts/slideLayout94.xml"/><Relationship Id="rId19" Type="http://schemas.openxmlformats.org/officeDocument/2006/relationships/slideLayout" Target="../slideLayouts/slideLayout97.xml"/><Relationship Id="rId18" Type="http://schemas.openxmlformats.org/officeDocument/2006/relationships/slideLayout" Target="../slideLayouts/slideLayout9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sz="3000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sz="3000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sz="3000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sz="3000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sz="3000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sz="3000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sz="3000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sz="3000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sz="3000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40000" y="1152475"/>
            <a:ext cx="806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8"/>
          <p:cNvSpPr txBox="1"/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sz="3000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sz="3000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sz="3000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sz="3000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sz="3000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sz="3000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sz="3000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sz="3000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sz="3000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456" name="Google Shape;456;p28"/>
          <p:cNvSpPr txBox="1"/>
          <p:nvPr>
            <p:ph idx="1" type="body"/>
          </p:nvPr>
        </p:nvSpPr>
        <p:spPr>
          <a:xfrm>
            <a:off x="540000" y="1152475"/>
            <a:ext cx="806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  <p:sldLayoutId id="2147483697" r:id="rId24"/>
    <p:sldLayoutId id="2147483698" r:id="rId25"/>
    <p:sldLayoutId id="2147483699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55"/>
          <p:cNvSpPr txBox="1"/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sz="3000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sz="3000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sz="3000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sz="3000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sz="3000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sz="3000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sz="3000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sz="3000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sz="3000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905" name="Google Shape;905;p55"/>
          <p:cNvSpPr txBox="1"/>
          <p:nvPr>
            <p:ph idx="1" type="body"/>
          </p:nvPr>
        </p:nvSpPr>
        <p:spPr>
          <a:xfrm>
            <a:off x="540000" y="1152475"/>
            <a:ext cx="806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  <p:sldLayoutId id="2147483717" r:id="rId18"/>
    <p:sldLayoutId id="2147483718" r:id="rId19"/>
    <p:sldLayoutId id="2147483719" r:id="rId20"/>
    <p:sldLayoutId id="2147483720" r:id="rId21"/>
    <p:sldLayoutId id="2147483721" r:id="rId22"/>
    <p:sldLayoutId id="2147483722" r:id="rId23"/>
    <p:sldLayoutId id="2147483723" r:id="rId24"/>
    <p:sldLayoutId id="2147483724" r:id="rId25"/>
    <p:sldLayoutId id="2147483725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82"/>
          <p:cNvSpPr txBox="1"/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sz="3000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sz="3000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sz="3000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sz="3000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sz="3000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sz="3000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sz="3000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sz="3000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b="1" sz="3000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354" name="Google Shape;1354;p82"/>
          <p:cNvSpPr txBox="1"/>
          <p:nvPr>
            <p:ph idx="1" type="body"/>
          </p:nvPr>
        </p:nvSpPr>
        <p:spPr>
          <a:xfrm>
            <a:off x="540000" y="1152475"/>
            <a:ext cx="806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  <p:sldLayoutId id="2147483743" r:id="rId18"/>
    <p:sldLayoutId id="2147483744" r:id="rId19"/>
    <p:sldLayoutId id="2147483745" r:id="rId20"/>
    <p:sldLayoutId id="2147483746" r:id="rId21"/>
    <p:sldLayoutId id="2147483747" r:id="rId22"/>
    <p:sldLayoutId id="2147483748" r:id="rId23"/>
    <p:sldLayoutId id="2147483749" r:id="rId24"/>
    <p:sldLayoutId id="2147483750" r:id="rId25"/>
    <p:sldLayoutId id="2147483751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gif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2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11" Type="http://schemas.openxmlformats.org/officeDocument/2006/relationships/image" Target="../media/image4.png"/><Relationship Id="rId10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4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p109"/>
          <p:cNvSpPr txBox="1"/>
          <p:nvPr>
            <p:ph type="ctrTitle"/>
          </p:nvPr>
        </p:nvSpPr>
        <p:spPr>
          <a:xfrm>
            <a:off x="678450" y="1080700"/>
            <a:ext cx="7787100" cy="129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Recursion</a:t>
            </a:r>
            <a:endParaRPr sz="1500"/>
          </a:p>
        </p:txBody>
      </p:sp>
      <p:sp>
        <p:nvSpPr>
          <p:cNvPr id="1806" name="Google Shape;1806;p109"/>
          <p:cNvSpPr txBox="1"/>
          <p:nvPr>
            <p:ph idx="1" type="subTitle"/>
          </p:nvPr>
        </p:nvSpPr>
        <p:spPr>
          <a:xfrm>
            <a:off x="1644200" y="3466725"/>
            <a:ext cx="5668200" cy="14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Abu Ibrahim Iqra</a:t>
            </a:r>
            <a:endParaRPr b="1" sz="1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BRAC UNIVERSITY</a:t>
            </a:r>
            <a:endParaRPr b="1" sz="2500"/>
          </a:p>
        </p:txBody>
      </p:sp>
      <p:sp>
        <p:nvSpPr>
          <p:cNvPr id="1807" name="Google Shape;1807;p109"/>
          <p:cNvSpPr txBox="1"/>
          <p:nvPr/>
        </p:nvSpPr>
        <p:spPr>
          <a:xfrm>
            <a:off x="1384575" y="2480700"/>
            <a:ext cx="672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“In order to understand recursion, one must first understand recursion”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p110"/>
          <p:cNvSpPr txBox="1"/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Recursion?</a:t>
            </a:r>
            <a:endParaRPr/>
          </a:p>
        </p:txBody>
      </p:sp>
      <p:sp>
        <p:nvSpPr>
          <p:cNvPr id="1813" name="Google Shape;1813;p110"/>
          <p:cNvSpPr txBox="1"/>
          <p:nvPr>
            <p:ph idx="1" type="body"/>
          </p:nvPr>
        </p:nvSpPr>
        <p:spPr>
          <a:xfrm>
            <a:off x="540000" y="1356425"/>
            <a:ext cx="4201200" cy="35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In the field of computer science, </a:t>
            </a:r>
            <a:r>
              <a:rPr b="1" lang="en" sz="1900"/>
              <a:t>Recursion</a:t>
            </a:r>
            <a:r>
              <a:rPr lang="en" sz="1900"/>
              <a:t> is defined as a process or function calling upon itself during its own execution.</a:t>
            </a:r>
            <a:endParaRPr sz="19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1814" name="Google Shape;1814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4525" y="1421300"/>
            <a:ext cx="3419475" cy="3509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5" name="Google Shape;1815;p1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825" y="2737050"/>
            <a:ext cx="4019550" cy="207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1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9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p111"/>
          <p:cNvSpPr txBox="1"/>
          <p:nvPr>
            <p:ph type="title"/>
          </p:nvPr>
        </p:nvSpPr>
        <p:spPr>
          <a:xfrm>
            <a:off x="2727000" y="235475"/>
            <a:ext cx="3690000" cy="10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 Recursive Function</a:t>
            </a:r>
            <a:endParaRPr/>
          </a:p>
        </p:txBody>
      </p:sp>
      <p:sp>
        <p:nvSpPr>
          <p:cNvPr id="1821" name="Google Shape;1821;p111"/>
          <p:cNvSpPr txBox="1"/>
          <p:nvPr>
            <p:ph idx="3" type="subTitle"/>
          </p:nvPr>
        </p:nvSpPr>
        <p:spPr>
          <a:xfrm>
            <a:off x="651875" y="2150700"/>
            <a:ext cx="3558600" cy="172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9250" lvl="0" marL="457200" rtl="0" algn="ctr"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b="1" lang="en" sz="1900"/>
              <a:t>Base Case:</a:t>
            </a:r>
            <a:endParaRPr b="1" sz="1900"/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One or more conditions based on which the function will stop the recursive call.</a:t>
            </a:r>
            <a:endParaRPr sz="1900"/>
          </a:p>
        </p:txBody>
      </p:sp>
      <p:sp>
        <p:nvSpPr>
          <p:cNvPr id="1822" name="Google Shape;1822;p111"/>
          <p:cNvSpPr txBox="1"/>
          <p:nvPr>
            <p:ph idx="1" type="subTitle"/>
          </p:nvPr>
        </p:nvSpPr>
        <p:spPr>
          <a:xfrm>
            <a:off x="4617400" y="2150700"/>
            <a:ext cx="3558600" cy="172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9250" lvl="0" marL="457200" rtl="0" algn="ctr"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b="1" lang="en" sz="1900"/>
              <a:t>Recursive Case:</a:t>
            </a:r>
            <a:endParaRPr b="1" sz="1900"/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The function calling itself within its definition.</a:t>
            </a:r>
            <a:endParaRPr b="1"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6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112"/>
          <p:cNvSpPr txBox="1"/>
          <p:nvPr>
            <p:ph type="title"/>
          </p:nvPr>
        </p:nvSpPr>
        <p:spPr>
          <a:xfrm>
            <a:off x="540000" y="363275"/>
            <a:ext cx="80640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Solving problems using Recursion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[Factorial]</a:t>
            </a:r>
            <a:endParaRPr/>
          </a:p>
        </p:txBody>
      </p:sp>
      <p:sp>
        <p:nvSpPr>
          <p:cNvPr id="1828" name="Google Shape;1828;p112"/>
          <p:cNvSpPr txBox="1"/>
          <p:nvPr/>
        </p:nvSpPr>
        <p:spPr>
          <a:xfrm>
            <a:off x="1199400" y="1670375"/>
            <a:ext cx="2730000" cy="24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Open Sans"/>
                <a:ea typeface="Open Sans"/>
                <a:cs typeface="Open Sans"/>
                <a:sym typeface="Open Sans"/>
              </a:rPr>
              <a:t>5! = 5*4*3*2*1</a:t>
            </a:r>
            <a:endParaRPr sz="2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Open Sans"/>
                <a:ea typeface="Open Sans"/>
                <a:cs typeface="Open Sans"/>
                <a:sym typeface="Open Sans"/>
              </a:rPr>
              <a:t>4! = 4*3*2*1</a:t>
            </a:r>
            <a:endParaRPr sz="2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Open Sans"/>
                <a:ea typeface="Open Sans"/>
                <a:cs typeface="Open Sans"/>
                <a:sym typeface="Open Sans"/>
              </a:rPr>
              <a:t>3! = 3*2*1</a:t>
            </a:r>
            <a:endParaRPr sz="2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Open Sans"/>
                <a:ea typeface="Open Sans"/>
                <a:cs typeface="Open Sans"/>
                <a:sym typeface="Open Sans"/>
              </a:rPr>
              <a:t>2! = 2*1</a:t>
            </a:r>
            <a:endParaRPr sz="2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Open Sans"/>
                <a:ea typeface="Open Sans"/>
                <a:cs typeface="Open Sans"/>
                <a:sym typeface="Open Sans"/>
              </a:rPr>
              <a:t>1! = 1</a:t>
            </a:r>
            <a:endParaRPr sz="2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Open Sans"/>
                <a:ea typeface="Open Sans"/>
                <a:cs typeface="Open Sans"/>
                <a:sym typeface="Open Sans"/>
              </a:rPr>
              <a:t>0! = 1</a:t>
            </a:r>
            <a:endParaRPr sz="2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29" name="Google Shape;1829;p112"/>
          <p:cNvSpPr txBox="1"/>
          <p:nvPr/>
        </p:nvSpPr>
        <p:spPr>
          <a:xfrm>
            <a:off x="1199400" y="1687625"/>
            <a:ext cx="1819800" cy="25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Open Sans"/>
                <a:ea typeface="Open Sans"/>
                <a:cs typeface="Open Sans"/>
                <a:sym typeface="Open Sans"/>
              </a:rPr>
              <a:t>5! = 5*4!</a:t>
            </a:r>
            <a:endParaRPr sz="2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Open Sans"/>
                <a:ea typeface="Open Sans"/>
                <a:cs typeface="Open Sans"/>
                <a:sym typeface="Open Sans"/>
              </a:rPr>
              <a:t>4! = 4*3!</a:t>
            </a:r>
            <a:endParaRPr sz="2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Open Sans"/>
                <a:ea typeface="Open Sans"/>
                <a:cs typeface="Open Sans"/>
                <a:sym typeface="Open Sans"/>
              </a:rPr>
              <a:t>3! = 3*2!</a:t>
            </a:r>
            <a:endParaRPr sz="2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Open Sans"/>
                <a:ea typeface="Open Sans"/>
                <a:cs typeface="Open Sans"/>
                <a:sym typeface="Open Sans"/>
              </a:rPr>
              <a:t>2! = 2*1!</a:t>
            </a:r>
            <a:endParaRPr sz="2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Open Sans"/>
                <a:ea typeface="Open Sans"/>
                <a:cs typeface="Open Sans"/>
                <a:sym typeface="Open Sans"/>
              </a:rPr>
              <a:t>1! = 1</a:t>
            </a:r>
            <a:endParaRPr sz="2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Open Sans"/>
                <a:ea typeface="Open Sans"/>
                <a:cs typeface="Open Sans"/>
                <a:sym typeface="Open Sans"/>
              </a:rPr>
              <a:t>0! = 1</a:t>
            </a:r>
            <a:endParaRPr sz="2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30" name="Google Shape;1830;p112"/>
          <p:cNvSpPr txBox="1"/>
          <p:nvPr/>
        </p:nvSpPr>
        <p:spPr>
          <a:xfrm>
            <a:off x="4687275" y="1687625"/>
            <a:ext cx="3539400" cy="25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Open Sans"/>
                <a:ea typeface="Open Sans"/>
                <a:cs typeface="Open Sans"/>
                <a:sym typeface="Open Sans"/>
              </a:rPr>
              <a:t>Assuming the function is defined as factorial(n).</a:t>
            </a:r>
            <a:endParaRPr sz="17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 u="sng">
              <a:latin typeface="Open Sans"/>
              <a:ea typeface="Open Sans"/>
              <a:cs typeface="Open Sans"/>
              <a:sym typeface="Open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Open Sans"/>
              <a:buChar char="●"/>
            </a:pPr>
            <a:r>
              <a:rPr lang="en" sz="1700" u="sng">
                <a:latin typeface="Open Sans"/>
                <a:ea typeface="Open Sans"/>
                <a:cs typeface="Open Sans"/>
                <a:sym typeface="Open Sans"/>
              </a:rPr>
              <a:t>Base Case</a:t>
            </a:r>
            <a:r>
              <a:rPr lang="en" sz="1700"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 sz="17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n=0 or n=1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Open Sans"/>
              <a:buChar char="●"/>
            </a:pPr>
            <a:r>
              <a:rPr lang="en" sz="1700" u="sng">
                <a:latin typeface="Open Sans"/>
                <a:ea typeface="Open Sans"/>
                <a:cs typeface="Open Sans"/>
                <a:sym typeface="Open Sans"/>
              </a:rPr>
              <a:t>Recursive case</a:t>
            </a:r>
            <a:r>
              <a:rPr lang="en" sz="1700"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 sz="17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n*factorial(n-1)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8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4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p113"/>
          <p:cNvSpPr txBox="1"/>
          <p:nvPr>
            <p:ph type="title"/>
          </p:nvPr>
        </p:nvSpPr>
        <p:spPr>
          <a:xfrm>
            <a:off x="2553250" y="363275"/>
            <a:ext cx="40374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Call Stack</a:t>
            </a:r>
            <a:endParaRPr/>
          </a:p>
        </p:txBody>
      </p:sp>
      <p:pic>
        <p:nvPicPr>
          <p:cNvPr id="1836" name="Google Shape;1836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1650" y="1460625"/>
            <a:ext cx="3953850" cy="279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7" name="Google Shape;1837;p1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500" y="923400"/>
            <a:ext cx="3076575" cy="402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8" name="Google Shape;1838;p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8488" y="3679463"/>
            <a:ext cx="3076575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9" name="Google Shape;1839;p1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8488" y="2715513"/>
            <a:ext cx="3076575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0" name="Google Shape;1840;p1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8488" y="1748638"/>
            <a:ext cx="3076575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1" name="Google Shape;1841;p1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8488" y="793788"/>
            <a:ext cx="3076575" cy="128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2" name="Google Shape;1842;p113"/>
          <p:cNvSpPr/>
          <p:nvPr/>
        </p:nvSpPr>
        <p:spPr>
          <a:xfrm flipH="1">
            <a:off x="7144200" y="3879900"/>
            <a:ext cx="583200" cy="283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3" name="Google Shape;1843;p113"/>
          <p:cNvSpPr/>
          <p:nvPr/>
        </p:nvSpPr>
        <p:spPr>
          <a:xfrm>
            <a:off x="5263500" y="3263575"/>
            <a:ext cx="430800" cy="283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4" name="Google Shape;1844;p113"/>
          <p:cNvSpPr/>
          <p:nvPr/>
        </p:nvSpPr>
        <p:spPr>
          <a:xfrm>
            <a:off x="5263500" y="2395375"/>
            <a:ext cx="430800" cy="283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5" name="Google Shape;1845;p113"/>
          <p:cNvSpPr/>
          <p:nvPr/>
        </p:nvSpPr>
        <p:spPr>
          <a:xfrm rot="5400000">
            <a:off x="7394850" y="2979625"/>
            <a:ext cx="284400" cy="283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46" name="Google Shape;1846;p1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08488" y="1748650"/>
            <a:ext cx="3076575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7" name="Google Shape;1847;p1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08488" y="2715513"/>
            <a:ext cx="3076575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8" name="Google Shape;1848;p11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08488" y="3679463"/>
            <a:ext cx="3076575" cy="12668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9" name="Google Shape;1849;p113"/>
          <p:cNvSpPr txBox="1"/>
          <p:nvPr/>
        </p:nvSpPr>
        <p:spPr>
          <a:xfrm>
            <a:off x="4892400" y="4430700"/>
            <a:ext cx="367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Output: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6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8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8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8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8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3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p114"/>
          <p:cNvSpPr txBox="1"/>
          <p:nvPr>
            <p:ph type="title"/>
          </p:nvPr>
        </p:nvSpPr>
        <p:spPr>
          <a:xfrm>
            <a:off x="540000" y="363275"/>
            <a:ext cx="80640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happens when wrong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 Condition?</a:t>
            </a:r>
            <a:endParaRPr/>
          </a:p>
        </p:txBody>
      </p:sp>
      <p:pic>
        <p:nvPicPr>
          <p:cNvPr id="1855" name="Google Shape;1855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563" y="1485725"/>
            <a:ext cx="8524875" cy="276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9" name="Shape 1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0" name="Google Shape;1860;p115"/>
          <p:cNvSpPr txBox="1"/>
          <p:nvPr>
            <p:ph type="title"/>
          </p:nvPr>
        </p:nvSpPr>
        <p:spPr>
          <a:xfrm>
            <a:off x="678450" y="2024425"/>
            <a:ext cx="7787100" cy="12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/>
              <a:t>Thank You</a:t>
            </a:r>
            <a:endParaRPr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quatic and Physical Therapy Center by Slidesgo">
  <a:themeElements>
    <a:clrScheme name="Simple Light">
      <a:dk1>
        <a:srgbClr val="1A4568"/>
      </a:dk1>
      <a:lt1>
        <a:srgbClr val="FFFFFF"/>
      </a:lt1>
      <a:dk2>
        <a:srgbClr val="285E89"/>
      </a:dk2>
      <a:lt2>
        <a:srgbClr val="80C9DD"/>
      </a:lt2>
      <a:accent1>
        <a:srgbClr val="285E89"/>
      </a:accent1>
      <a:accent2>
        <a:srgbClr val="9DCEDF"/>
      </a:accent2>
      <a:accent3>
        <a:srgbClr val="EFEFEF"/>
      </a:accent3>
      <a:accent4>
        <a:srgbClr val="66A5BB"/>
      </a:accent4>
      <a:accent5>
        <a:srgbClr val="EFEFEF"/>
      </a:accent5>
      <a:accent6>
        <a:srgbClr val="1A4568"/>
      </a:accent6>
      <a:hlink>
        <a:srgbClr val="285E8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quatic and Physical Therapy Center by Slidesgo">
  <a:themeElements>
    <a:clrScheme name="Simple Light">
      <a:dk1>
        <a:srgbClr val="1A4568"/>
      </a:dk1>
      <a:lt1>
        <a:srgbClr val="FFFFFF"/>
      </a:lt1>
      <a:dk2>
        <a:srgbClr val="285E89"/>
      </a:dk2>
      <a:lt2>
        <a:srgbClr val="80C9DD"/>
      </a:lt2>
      <a:accent1>
        <a:srgbClr val="285E89"/>
      </a:accent1>
      <a:accent2>
        <a:srgbClr val="9DCEDF"/>
      </a:accent2>
      <a:accent3>
        <a:srgbClr val="EFEFEF"/>
      </a:accent3>
      <a:accent4>
        <a:srgbClr val="66A5BB"/>
      </a:accent4>
      <a:accent5>
        <a:srgbClr val="EFEFEF"/>
      </a:accent5>
      <a:accent6>
        <a:srgbClr val="1A4568"/>
      </a:accent6>
      <a:hlink>
        <a:srgbClr val="285E8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Aquatic and Physical Therapy Center by Slidesgo">
  <a:themeElements>
    <a:clrScheme name="Simple Light">
      <a:dk1>
        <a:srgbClr val="1A4568"/>
      </a:dk1>
      <a:lt1>
        <a:srgbClr val="FFFFFF"/>
      </a:lt1>
      <a:dk2>
        <a:srgbClr val="285E89"/>
      </a:dk2>
      <a:lt2>
        <a:srgbClr val="80C9DD"/>
      </a:lt2>
      <a:accent1>
        <a:srgbClr val="285E89"/>
      </a:accent1>
      <a:accent2>
        <a:srgbClr val="9DCEDF"/>
      </a:accent2>
      <a:accent3>
        <a:srgbClr val="EFEFEF"/>
      </a:accent3>
      <a:accent4>
        <a:srgbClr val="66A5BB"/>
      </a:accent4>
      <a:accent5>
        <a:srgbClr val="EFEFEF"/>
      </a:accent5>
      <a:accent6>
        <a:srgbClr val="1A4568"/>
      </a:accent6>
      <a:hlink>
        <a:srgbClr val="285E8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Aquatic and Physical Therapy Center by Slidesgo">
  <a:themeElements>
    <a:clrScheme name="Simple Light">
      <a:dk1>
        <a:srgbClr val="1A4568"/>
      </a:dk1>
      <a:lt1>
        <a:srgbClr val="FFFFFF"/>
      </a:lt1>
      <a:dk2>
        <a:srgbClr val="285E89"/>
      </a:dk2>
      <a:lt2>
        <a:srgbClr val="80C9DD"/>
      </a:lt2>
      <a:accent1>
        <a:srgbClr val="285E89"/>
      </a:accent1>
      <a:accent2>
        <a:srgbClr val="9DCEDF"/>
      </a:accent2>
      <a:accent3>
        <a:srgbClr val="EFEFEF"/>
      </a:accent3>
      <a:accent4>
        <a:srgbClr val="66A5BB"/>
      </a:accent4>
      <a:accent5>
        <a:srgbClr val="EFEFEF"/>
      </a:accent5>
      <a:accent6>
        <a:srgbClr val="1A4568"/>
      </a:accent6>
      <a:hlink>
        <a:srgbClr val="285E8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